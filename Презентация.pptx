
<file path=[Content_Types].xml><?xml version="1.0" encoding="utf-8"?>
<Types xmlns="http://schemas.openxmlformats.org/package/2006/content-types">
  <Default Extension="wmf" ContentType="image/x-wmf"/>
  <Default Extension="png" ContentType="image/png"/>
  <Default Extension="jpg" ContentType="image/jpeg"/>
  <Default Extension="jpeg" ContentType="image/jpeg"/>
  <Default Extension="xml" ContentType="application/xml"/>
  <Default Extension="rels" ContentType="application/vnd.openxmlformats-package.relationships+xml"/>
  <Default Extension="bin" ContentType="application/vnd.openxmlformats-officedocument.oleObject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12.xml" ContentType="application/vnd.openxmlformats-officedocument.presentationml.slide+xml"/>
  <Override PartName="/ppt/slides/slide3.xml" ContentType="application/vnd.openxmlformats-officedocument.presentationml.slide+xml"/>
  <Override PartName="/ppt/slides/slide8.xml" ContentType="application/vnd.openxmlformats-officedocument.presentationml.slide+xml"/>
  <Override PartName="/ppt/slideLayouts/slideLayout9.xml" ContentType="application/vnd.openxmlformats-officedocument.presentationml.slideLayout+xml"/>
  <Override PartName="/ppt/slides/slide1.xml" ContentType="application/vnd.openxmlformats-officedocument.presentationml.slide+xml"/>
  <Override PartName="/ppt/slideLayouts/slideLayout8.xml" ContentType="application/vnd.openxmlformats-officedocument.presentationml.slideLayout+xml"/>
  <Override PartName="/ppt/slides/slide4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s/slide9.xml" ContentType="application/vnd.openxmlformats-officedocument.presentationml.slide+xml"/>
  <Override PartName="/ppt/slides/slide5.xml" ContentType="application/vnd.openxmlformats-officedocument.presentationml.slide+xml"/>
  <Override PartName="/ppt/slideLayouts/slideLayout2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7.xml" ContentType="application/vnd.openxmlformats-officedocument.presentationml.slideLayout+xml"/>
  <Override PartName="/ppt/slides/slide6.xml" ContentType="application/vnd.openxmlformats-officedocument.presentationml.slide+xml"/>
  <Override PartName="/docProps/custom.xml" ContentType="application/vnd.openxmlformats-officedocument.custom-properties+xml"/>
  <Override PartName="/ppt/slideLayouts/slideLayout11.xml" ContentType="application/vnd.openxmlformats-officedocument.presentationml.slideLayout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2.xml" ContentType="application/vnd.openxmlformats-officedocument.presentationml.slide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12192000" cy="6858000"/>
  <p:notesSz cx="12192000" cy="6858000"/>
  <p:defaultTextStyle>
    <a:defPPr>
      <a:defRPr lang="ru-RU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105" d="102"/>
          <a:sy n="99" d="101"/>
        </p:scale>
        <p:origin x="112" y="112"/>
      </p:cViewPr>
      <p:guideLst>
        <p:guide pos="3840"/>
        <p:guide pos="2160" orient="horz"/>
      </p:guideLst>
    </p:cSldViewPr>
  </p:slideViewPr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presProps" Target="presProps.xml" /><Relationship Id="rId16" Type="http://schemas.openxmlformats.org/officeDocument/2006/relationships/tableStyles" Target="tableStyles.xml" /><Relationship Id="rId17" Type="http://schemas.openxmlformats.org/officeDocument/2006/relationships/viewProps" Target="viewProps.xml" 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 bwMode="auto">
          <a:xfrm>
            <a:off x="914400" y="2130427"/>
            <a:ext cx="10363200" cy="1470025"/>
          </a:xfrm>
        </p:spPr>
        <p:txBody>
          <a:bodyPr/>
          <a:lstStyle/>
          <a:p>
            <a:pPr>
              <a:defRPr/>
            </a:pPr>
            <a:r>
              <a:rPr/>
              <a:t>Образец заголовка</a:t>
            </a:r>
            <a:endParaRPr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 bwMode="auto"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defRPr/>
            </a:pPr>
            <a:r>
              <a:rPr/>
              <a:t>Образец подзаголовка</a:t>
            </a:r>
            <a:endParaRPr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D328A2AD-CA6C-4CEE-80DD-5B3591997DB0}" type="datetimeFigureOut">
              <a:rPr/>
              <a:t/>
            </a:fld>
            <a:endParaRPr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9F5014F7-E485-415F-A69C-6237A648DEF6}" type="slidenum">
              <a:rPr/>
              <a:t/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Образец заголовка</a:t>
            </a:r>
            <a:endParaRPr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/>
              <a:t>Образец текста</a:t>
            </a:r>
            <a:endParaRPr/>
          </a:p>
          <a:p>
            <a:pPr lvl="1">
              <a:defRPr/>
            </a:pPr>
            <a:r>
              <a:rPr/>
              <a:t>Второй уровень</a:t>
            </a:r>
            <a:endParaRPr/>
          </a:p>
          <a:p>
            <a:pPr lvl="2">
              <a:defRPr/>
            </a:pPr>
            <a:r>
              <a:rPr/>
              <a:t>Третий уровень</a:t>
            </a:r>
            <a:endParaRPr/>
          </a:p>
          <a:p>
            <a:pPr lvl="3">
              <a:defRPr/>
            </a:pPr>
            <a:r>
              <a:rPr/>
              <a:t>Четвертый уровень</a:t>
            </a:r>
            <a:endParaRPr/>
          </a:p>
          <a:p>
            <a:pPr lvl="4">
              <a:defRPr/>
            </a:pPr>
            <a:r>
              <a:rPr/>
              <a:t>Пятый уровень</a:t>
            </a:r>
            <a:endParaRPr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D328A2AD-CA6C-4CEE-80DD-5B3591997DB0}" type="datetimeFigureOut">
              <a:rPr/>
              <a:t/>
            </a:fld>
            <a:endParaRPr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9F5014F7-E485-415F-A69C-6237A648DEF6}" type="slidenum">
              <a:rPr/>
              <a:t/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963084" y="4406901"/>
            <a:ext cx="10363200" cy="1362074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>
              <a:defRPr/>
            </a:pPr>
            <a:r>
              <a:rPr/>
              <a:t>Образец заголовка</a:t>
            </a:r>
            <a:endParaRPr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 bwMode="auto">
          <a:xfrm>
            <a:off x="963084" y="2906713"/>
            <a:ext cx="10363200" cy="1500186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/>
              <a:t>Образец текста</a:t>
            </a:r>
            <a:endParaRPr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D328A2AD-CA6C-4CEE-80DD-5B3591997DB0}" type="datetimeFigureOut">
              <a:rPr/>
              <a:t/>
            </a:fld>
            <a:endParaRPr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9F5014F7-E485-415F-A69C-6237A648DEF6}" type="slidenum">
              <a:rPr/>
              <a:t/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Образец заголовка</a:t>
            </a:r>
            <a:endParaRPr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 bwMode="auto">
          <a:xfrm>
            <a:off x="609600" y="1600201"/>
            <a:ext cx="5384800" cy="45259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/>
              <a:t>Образец текста</a:t>
            </a:r>
            <a:endParaRPr/>
          </a:p>
          <a:p>
            <a:pPr lvl="1">
              <a:defRPr/>
            </a:pPr>
            <a:r>
              <a:rPr/>
              <a:t>Второй уровень</a:t>
            </a:r>
            <a:endParaRPr/>
          </a:p>
          <a:p>
            <a:pPr lvl="2">
              <a:defRPr/>
            </a:pPr>
            <a:r>
              <a:rPr/>
              <a:t>Третий уровень</a:t>
            </a:r>
            <a:endParaRPr/>
          </a:p>
          <a:p>
            <a:pPr lvl="3">
              <a:defRPr/>
            </a:pPr>
            <a:r>
              <a:rPr/>
              <a:t>Четвертый уровень</a:t>
            </a:r>
            <a:endParaRPr/>
          </a:p>
          <a:p>
            <a:pPr lvl="4">
              <a:defRPr/>
            </a:pPr>
            <a:r>
              <a:rPr/>
              <a:t>Пятый уровень</a:t>
            </a:r>
            <a:endParaRPr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 bwMode="auto">
          <a:xfrm>
            <a:off x="6197600" y="1600201"/>
            <a:ext cx="5384800" cy="45259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/>
              <a:t>Образец текста</a:t>
            </a:r>
            <a:endParaRPr/>
          </a:p>
          <a:p>
            <a:pPr lvl="1">
              <a:defRPr/>
            </a:pPr>
            <a:r>
              <a:rPr/>
              <a:t>Второй уровень</a:t>
            </a:r>
            <a:endParaRPr/>
          </a:p>
          <a:p>
            <a:pPr lvl="2">
              <a:defRPr/>
            </a:pPr>
            <a:r>
              <a:rPr/>
              <a:t>Третий уровень</a:t>
            </a:r>
            <a:endParaRPr/>
          </a:p>
          <a:p>
            <a:pPr lvl="3">
              <a:defRPr/>
            </a:pPr>
            <a:r>
              <a:rPr/>
              <a:t>Четвертый уровень</a:t>
            </a:r>
            <a:endParaRPr/>
          </a:p>
          <a:p>
            <a:pPr lvl="4">
              <a:defRPr/>
            </a:pPr>
            <a:r>
              <a:rPr/>
              <a:t>Пятый уровень</a:t>
            </a:r>
            <a:endParaRPr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D328A2AD-CA6C-4CEE-80DD-5B3591997DB0}" type="datetimeFigureOut">
              <a:rPr/>
              <a:t/>
            </a:fld>
            <a:endParaRPr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9F5014F7-E485-415F-A69C-6237A648DEF6}" type="slidenum">
              <a:rPr/>
              <a:t/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/>
              <a:t>Образец заголовка</a:t>
            </a:r>
            <a:endParaRPr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 bwMode="auto"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/>
              <a:t>Образец текста</a:t>
            </a:r>
            <a:endParaRPr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 bwMode="auto">
          <a:xfrm>
            <a:off x="609600" y="2174874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/>
              <a:t>Образец текста</a:t>
            </a:r>
            <a:endParaRPr/>
          </a:p>
          <a:p>
            <a:pPr lvl="1">
              <a:defRPr/>
            </a:pPr>
            <a:r>
              <a:rPr/>
              <a:t>Второй уровень</a:t>
            </a:r>
            <a:endParaRPr/>
          </a:p>
          <a:p>
            <a:pPr lvl="2">
              <a:defRPr/>
            </a:pPr>
            <a:r>
              <a:rPr/>
              <a:t>Третий уровень</a:t>
            </a:r>
            <a:endParaRPr/>
          </a:p>
          <a:p>
            <a:pPr lvl="3">
              <a:defRPr/>
            </a:pPr>
            <a:r>
              <a:rPr/>
              <a:t>Четвертый уровень</a:t>
            </a:r>
            <a:endParaRPr/>
          </a:p>
          <a:p>
            <a:pPr lvl="4">
              <a:defRPr/>
            </a:pPr>
            <a:r>
              <a:rPr/>
              <a:t>Пятый уровень</a:t>
            </a:r>
            <a:endParaRPr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 bwMode="auto">
          <a:xfrm>
            <a:off x="6193373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/>
              <a:t>Образец текста</a:t>
            </a:r>
            <a:endParaRPr/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 bwMode="auto">
          <a:xfrm>
            <a:off x="6193373" y="2174874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>
              <a:defRPr/>
            </a:pPr>
            <a:r>
              <a:rPr/>
              <a:t>Образец текста</a:t>
            </a:r>
            <a:endParaRPr/>
          </a:p>
          <a:p>
            <a:pPr lvl="1">
              <a:defRPr/>
            </a:pPr>
            <a:r>
              <a:rPr/>
              <a:t>Второй уровень</a:t>
            </a:r>
            <a:endParaRPr/>
          </a:p>
          <a:p>
            <a:pPr lvl="2">
              <a:defRPr/>
            </a:pPr>
            <a:r>
              <a:rPr/>
              <a:t>Третий уровень</a:t>
            </a:r>
            <a:endParaRPr/>
          </a:p>
          <a:p>
            <a:pPr lvl="3">
              <a:defRPr/>
            </a:pPr>
            <a:r>
              <a:rPr/>
              <a:t>Четвертый уровень</a:t>
            </a:r>
            <a:endParaRPr/>
          </a:p>
          <a:p>
            <a:pPr lvl="4">
              <a:defRPr/>
            </a:pPr>
            <a:r>
              <a:rPr/>
              <a:t>Пятый уровень</a:t>
            </a:r>
            <a:endParaRPr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D328A2AD-CA6C-4CEE-80DD-5B3591997DB0}" type="datetimeFigureOut">
              <a:rPr/>
              <a:t/>
            </a:fld>
            <a:endParaRPr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9F5014F7-E485-415F-A69C-6237A648DEF6}" type="slidenum">
              <a:rPr/>
              <a:t/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Образец заголовка</a:t>
            </a:r>
            <a:endParaRPr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D328A2AD-CA6C-4CEE-80DD-5B3591997DB0}" type="datetimeFigureOut">
              <a:rPr/>
              <a:t/>
            </a:fld>
            <a:endParaRPr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9F5014F7-E485-415F-A69C-6237A648DEF6}" type="slidenum">
              <a:rPr/>
              <a:t/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D328A2AD-CA6C-4CEE-80DD-5B3591997DB0}" type="datetimeFigureOut">
              <a:rPr/>
              <a:t/>
            </a:fld>
            <a:endParaRPr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9F5014F7-E485-415F-A69C-6237A648DEF6}" type="slidenum">
              <a:rPr/>
              <a:t/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609606" y="273049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/>
              <a:t>Образец заголовка</a:t>
            </a:r>
            <a:endParaRPr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 bwMode="auto">
          <a:xfrm>
            <a:off x="4766733" y="273053"/>
            <a:ext cx="681566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/>
              <a:t>Образец текста</a:t>
            </a:r>
            <a:endParaRPr/>
          </a:p>
          <a:p>
            <a:pPr lvl="1">
              <a:defRPr/>
            </a:pPr>
            <a:r>
              <a:rPr/>
              <a:t>Второй уровень</a:t>
            </a:r>
            <a:endParaRPr/>
          </a:p>
          <a:p>
            <a:pPr lvl="2">
              <a:defRPr/>
            </a:pPr>
            <a:r>
              <a:rPr/>
              <a:t>Третий уровень</a:t>
            </a:r>
            <a:endParaRPr/>
          </a:p>
          <a:p>
            <a:pPr lvl="3">
              <a:defRPr/>
            </a:pPr>
            <a:r>
              <a:rPr/>
              <a:t>Четвертый уровень</a:t>
            </a:r>
            <a:endParaRPr/>
          </a:p>
          <a:p>
            <a:pPr lvl="4">
              <a:defRPr/>
            </a:pPr>
            <a:r>
              <a:rPr/>
              <a:t>Пятый уровень</a:t>
            </a:r>
            <a:endParaRPr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 bwMode="auto">
          <a:xfrm>
            <a:off x="609606" y="1435104"/>
            <a:ext cx="4011084" cy="46910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/>
              <a:t>Образец текста</a:t>
            </a:r>
            <a:endParaRPr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D328A2AD-CA6C-4CEE-80DD-5B3591997DB0}" type="datetimeFigureOut">
              <a:rPr/>
              <a:t/>
            </a:fld>
            <a:endParaRPr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9F5014F7-E485-415F-A69C-6237A648DEF6}" type="slidenum">
              <a:rPr/>
              <a:t/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2389717" y="4800601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>
              <a:defRPr/>
            </a:pPr>
            <a:r>
              <a:rPr/>
              <a:t>Образец заголовка</a:t>
            </a:r>
            <a:endParaRPr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 bwMode="auto">
          <a:xfrm>
            <a:off x="2389717" y="612774"/>
            <a:ext cx="7315200" cy="4114799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endParaRPr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 bwMode="auto">
          <a:xfrm>
            <a:off x="2389717" y="5367340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>
              <a:defRPr/>
            </a:pPr>
            <a:r>
              <a:rPr/>
              <a:t>Образец текста</a:t>
            </a:r>
            <a:endParaRPr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D328A2AD-CA6C-4CEE-80DD-5B3591997DB0}" type="datetimeFigureOut">
              <a:rPr/>
              <a:t/>
            </a:fld>
            <a:endParaRPr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9F5014F7-E485-415F-A69C-6237A648DEF6}" type="slidenum">
              <a:rPr/>
              <a:t/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Образец заголовка</a:t>
            </a:r>
            <a:endParaRPr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/>
              <a:t>Образец текста</a:t>
            </a:r>
            <a:endParaRPr/>
          </a:p>
          <a:p>
            <a:pPr lvl="1">
              <a:defRPr/>
            </a:pPr>
            <a:r>
              <a:rPr/>
              <a:t>Второй уровень</a:t>
            </a:r>
            <a:endParaRPr/>
          </a:p>
          <a:p>
            <a:pPr lvl="2">
              <a:defRPr/>
            </a:pPr>
            <a:r>
              <a:rPr/>
              <a:t>Третий уровень</a:t>
            </a:r>
            <a:endParaRPr/>
          </a:p>
          <a:p>
            <a:pPr lvl="3">
              <a:defRPr/>
            </a:pPr>
            <a:r>
              <a:rPr/>
              <a:t>Четвертый уровень</a:t>
            </a:r>
            <a:endParaRPr/>
          </a:p>
          <a:p>
            <a:pPr lvl="4">
              <a:defRPr/>
            </a:pPr>
            <a:r>
              <a:rPr/>
              <a:t>Пятый уровень</a:t>
            </a:r>
            <a:endParaRPr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D328A2AD-CA6C-4CEE-80DD-5B3591997DB0}" type="datetimeFigureOut">
              <a:rPr/>
              <a:t/>
            </a:fld>
            <a:endParaRPr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9F5014F7-E485-415F-A69C-6237A648DEF6}" type="slidenum">
              <a:rPr/>
              <a:t/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 bwMode="auto">
          <a:xfrm>
            <a:off x="8839200" y="274640"/>
            <a:ext cx="2743200" cy="5851525"/>
          </a:xfrm>
        </p:spPr>
        <p:txBody>
          <a:bodyPr vert="eaVert"/>
          <a:lstStyle>
            <a:lvl1pPr algn="l">
              <a:defRPr/>
            </a:lvl1pPr>
          </a:lstStyle>
          <a:p>
            <a:pPr>
              <a:defRPr/>
            </a:pPr>
            <a:r>
              <a:rPr/>
              <a:t>Образец заголовка</a:t>
            </a:r>
            <a:endParaRPr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 bwMode="auto">
          <a:xfrm>
            <a:off x="609600" y="274640"/>
            <a:ext cx="8026400" cy="5851525"/>
          </a:xfrm>
        </p:spPr>
        <p:txBody>
          <a:bodyPr vert="eaVert"/>
          <a:lstStyle/>
          <a:p>
            <a:pPr lvl="0">
              <a:defRPr/>
            </a:pPr>
            <a:r>
              <a:rPr/>
              <a:t>Образец текста</a:t>
            </a:r>
            <a:endParaRPr/>
          </a:p>
          <a:p>
            <a:pPr lvl="1">
              <a:defRPr/>
            </a:pPr>
            <a:r>
              <a:rPr/>
              <a:t>Второй уровень</a:t>
            </a:r>
            <a:endParaRPr/>
          </a:p>
          <a:p>
            <a:pPr lvl="2">
              <a:defRPr/>
            </a:pPr>
            <a:r>
              <a:rPr/>
              <a:t>Третий уровень</a:t>
            </a:r>
            <a:endParaRPr/>
          </a:p>
          <a:p>
            <a:pPr lvl="3">
              <a:defRPr/>
            </a:pPr>
            <a:r>
              <a:rPr/>
              <a:t>Четвертый уровень</a:t>
            </a:r>
            <a:endParaRPr/>
          </a:p>
          <a:p>
            <a:pPr lvl="4">
              <a:defRPr/>
            </a:pPr>
            <a:r>
              <a:rPr/>
              <a:t>Пятый уровень</a:t>
            </a:r>
            <a:endParaRPr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D328A2AD-CA6C-4CEE-80DD-5B3591997DB0}" type="datetimeFigureOut">
              <a:rPr/>
              <a:t/>
            </a:fld>
            <a:endParaRPr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9F5014F7-E485-415F-A69C-6237A648DEF6}" type="slidenum">
              <a:rPr/>
              <a:t/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" name="Shape 1058"/>
          <p:cNvSpPr>
            <a:spLocks noChangeArrowheads="1" noGrp="1"/>
          </p:cNvSpPr>
          <p:nvPr userDrawn="1"/>
        </p:nvSpPr>
        <p:spPr bwMode="auto">
          <a:xfrm>
            <a:off x="0" y="2"/>
            <a:ext cx="12192000" cy="6838950"/>
          </a:xfrm>
          <a:custGeom>
            <a:avLst/>
            <a:gdLst/>
            <a:ahLst/>
            <a:cxnLst/>
            <a:rect l="l" t="t" r="r" b="b"/>
            <a:pathLst>
              <a:path w="43200" h="43200" fill="norm" stroke="0" extrusionOk="0">
                <a:moveTo>
                  <a:pt x="0" y="30392"/>
                </a:moveTo>
                <a:lnTo>
                  <a:pt x="0" y="30392"/>
                </a:lnTo>
                <a:cubicBezTo>
                  <a:pt x="0" y="30392"/>
                  <a:pt x="30246" y="52055"/>
                  <a:pt x="43200" y="35131"/>
                </a:cubicBezTo>
                <a:lnTo>
                  <a:pt x="43200" y="0"/>
                </a:lnTo>
                <a:lnTo>
                  <a:pt x="0" y="0"/>
                </a:lnTo>
                <a:lnTo>
                  <a:pt x="0" y="30392"/>
                </a:lnTo>
                <a:close/>
              </a:path>
            </a:pathLst>
          </a:custGeom>
          <a:solidFill>
            <a:schemeClr val="accent1"/>
          </a:solidFill>
          <a:ln w="9524">
            <a:solidFill>
              <a:srgbClr val="000000"/>
            </a:solidFill>
            <a:round/>
            <a:headEnd/>
            <a:tailEnd/>
          </a:ln>
        </p:spPr>
      </p:sp>
      <p:sp>
        <p:nvSpPr>
          <p:cNvPr id="8" name="Shape 1059"/>
          <p:cNvSpPr>
            <a:spLocks noChangeArrowheads="1" noGrp="1"/>
          </p:cNvSpPr>
          <p:nvPr userDrawn="1"/>
        </p:nvSpPr>
        <p:spPr bwMode="auto">
          <a:xfrm>
            <a:off x="0" y="2"/>
            <a:ext cx="12192000" cy="6838950"/>
          </a:xfrm>
          <a:custGeom>
            <a:avLst/>
            <a:gdLst/>
            <a:ahLst/>
            <a:cxnLst/>
            <a:rect l="l" t="t" r="r" b="b"/>
            <a:pathLst>
              <a:path w="43200" h="43200" fill="none" stroke="1" extrusionOk="0">
                <a:moveTo>
                  <a:pt x="-22" y="30392"/>
                </a:moveTo>
                <a:lnTo>
                  <a:pt x="-22" y="30392"/>
                </a:lnTo>
                <a:cubicBezTo>
                  <a:pt x="-22" y="30392"/>
                  <a:pt x="30330" y="52055"/>
                  <a:pt x="43245" y="35131"/>
                </a:cubicBezTo>
              </a:path>
            </a:pathLst>
          </a:custGeom>
          <a:solidFill>
            <a:srgbClr val="FFFFFF"/>
          </a:solidFill>
          <a:ln w="7560">
            <a:solidFill>
              <a:srgbClr val="FFFFFF"/>
            </a:solidFill>
            <a:round/>
            <a:headEnd/>
            <a:tailEnd/>
          </a:ln>
        </p:spPr>
      </p:sp>
      <p:sp>
        <p:nvSpPr>
          <p:cNvPr id="9" name="Shape 1060"/>
          <p:cNvSpPr>
            <a:spLocks noChangeArrowheads="1" noGrp="1"/>
          </p:cNvSpPr>
          <p:nvPr userDrawn="1"/>
        </p:nvSpPr>
        <p:spPr bwMode="auto">
          <a:xfrm>
            <a:off x="0" y="2"/>
            <a:ext cx="12192000" cy="6838950"/>
          </a:xfrm>
          <a:custGeom>
            <a:avLst/>
            <a:gdLst/>
            <a:ahLst/>
            <a:cxnLst/>
            <a:rect l="l" t="t" r="r" b="b"/>
            <a:pathLst>
              <a:path w="43200" h="43200" fill="none" stroke="1" extrusionOk="0">
                <a:moveTo>
                  <a:pt x="-22" y="29977"/>
                </a:moveTo>
                <a:lnTo>
                  <a:pt x="-22" y="29977"/>
                </a:lnTo>
                <a:cubicBezTo>
                  <a:pt x="-22" y="29977"/>
                  <a:pt x="29238" y="51595"/>
                  <a:pt x="43239" y="32973"/>
                </a:cubicBezTo>
              </a:path>
            </a:pathLst>
          </a:custGeom>
          <a:solidFill>
            <a:srgbClr val="FFFFFF"/>
          </a:solidFill>
          <a:ln w="6930">
            <a:solidFill>
              <a:srgbClr val="FFFFFF">
                <a:alpha val="0"/>
              </a:srgbClr>
            </a:solidFill>
            <a:round/>
            <a:headEnd/>
            <a:tailEnd/>
          </a:ln>
        </p:spPr>
      </p:sp>
      <p:sp>
        <p:nvSpPr>
          <p:cNvPr id="10" name="Shape 1061"/>
          <p:cNvSpPr>
            <a:spLocks noChangeArrowheads="1" noGrp="1"/>
          </p:cNvSpPr>
          <p:nvPr userDrawn="1"/>
        </p:nvSpPr>
        <p:spPr bwMode="auto">
          <a:xfrm>
            <a:off x="0" y="2"/>
            <a:ext cx="12192000" cy="6838950"/>
          </a:xfrm>
          <a:custGeom>
            <a:avLst/>
            <a:gdLst/>
            <a:ahLst/>
            <a:cxnLst/>
            <a:rect l="l" t="t" r="r" b="b"/>
            <a:pathLst>
              <a:path w="43200" h="43200" fill="none" stroke="1" extrusionOk="0">
                <a:moveTo>
                  <a:pt x="-22" y="29562"/>
                </a:moveTo>
                <a:lnTo>
                  <a:pt x="-22" y="29562"/>
                </a:lnTo>
                <a:cubicBezTo>
                  <a:pt x="-22" y="29562"/>
                  <a:pt x="28147" y="51135"/>
                  <a:pt x="43233" y="30816"/>
                </a:cubicBezTo>
              </a:path>
            </a:pathLst>
          </a:custGeom>
          <a:solidFill>
            <a:srgbClr val="FFFFFF"/>
          </a:solidFill>
          <a:ln w="6300">
            <a:solidFill>
              <a:srgbClr val="FFFFFF">
                <a:alpha val="77254"/>
              </a:srgbClr>
            </a:solidFill>
            <a:round/>
            <a:headEnd/>
            <a:tailEnd/>
          </a:ln>
        </p:spPr>
      </p:sp>
      <p:sp>
        <p:nvSpPr>
          <p:cNvPr id="11" name="Shape 1062"/>
          <p:cNvSpPr>
            <a:spLocks noChangeArrowheads="1" noGrp="1"/>
          </p:cNvSpPr>
          <p:nvPr userDrawn="1"/>
        </p:nvSpPr>
        <p:spPr bwMode="auto">
          <a:xfrm>
            <a:off x="0" y="2"/>
            <a:ext cx="12192000" cy="6838950"/>
          </a:xfrm>
          <a:custGeom>
            <a:avLst/>
            <a:gdLst/>
            <a:ahLst/>
            <a:cxnLst/>
            <a:rect l="l" t="t" r="r" b="b"/>
            <a:pathLst>
              <a:path w="43200" h="43200" fill="none" stroke="1" extrusionOk="0">
                <a:moveTo>
                  <a:pt x="-22" y="29147"/>
                </a:moveTo>
                <a:lnTo>
                  <a:pt x="-22" y="29147"/>
                </a:lnTo>
                <a:cubicBezTo>
                  <a:pt x="-22" y="29147"/>
                  <a:pt x="27056" y="50675"/>
                  <a:pt x="43228" y="28658"/>
                </a:cubicBezTo>
              </a:path>
            </a:pathLst>
          </a:custGeom>
          <a:solidFill>
            <a:srgbClr val="FFFFFF"/>
          </a:solidFill>
          <a:ln w="5670">
            <a:solidFill>
              <a:srgbClr val="FFFFFF">
                <a:alpha val="65882"/>
              </a:srgbClr>
            </a:solidFill>
            <a:round/>
            <a:headEnd/>
            <a:tailEnd/>
          </a:ln>
        </p:spPr>
      </p:sp>
      <p:sp>
        <p:nvSpPr>
          <p:cNvPr id="12" name="Shape 1063"/>
          <p:cNvSpPr>
            <a:spLocks noChangeArrowheads="1" noGrp="1"/>
          </p:cNvSpPr>
          <p:nvPr userDrawn="1"/>
        </p:nvSpPr>
        <p:spPr bwMode="auto">
          <a:xfrm>
            <a:off x="0" y="2"/>
            <a:ext cx="12192000" cy="6838950"/>
          </a:xfrm>
          <a:custGeom>
            <a:avLst/>
            <a:gdLst/>
            <a:ahLst/>
            <a:cxnLst/>
            <a:rect l="l" t="t" r="r" b="b"/>
            <a:pathLst>
              <a:path w="43200" h="43200" fill="none" stroke="1" extrusionOk="0">
                <a:moveTo>
                  <a:pt x="-22" y="28733"/>
                </a:moveTo>
                <a:lnTo>
                  <a:pt x="-22" y="28733"/>
                </a:lnTo>
                <a:cubicBezTo>
                  <a:pt x="-22" y="28733"/>
                  <a:pt x="25965" y="50214"/>
                  <a:pt x="43222" y="26500"/>
                </a:cubicBezTo>
              </a:path>
            </a:pathLst>
          </a:custGeom>
          <a:solidFill>
            <a:srgbClr val="FFFFFF"/>
          </a:solidFill>
          <a:ln w="5040">
            <a:solidFill>
              <a:srgbClr val="FFFFFF">
                <a:alpha val="54900"/>
              </a:srgbClr>
            </a:solidFill>
            <a:round/>
            <a:headEnd/>
            <a:tailEnd/>
          </a:ln>
        </p:spPr>
      </p:sp>
      <p:sp>
        <p:nvSpPr>
          <p:cNvPr id="13" name="Shape 1064"/>
          <p:cNvSpPr>
            <a:spLocks noChangeArrowheads="1" noGrp="1"/>
          </p:cNvSpPr>
          <p:nvPr userDrawn="1"/>
        </p:nvSpPr>
        <p:spPr bwMode="auto">
          <a:xfrm>
            <a:off x="0" y="2"/>
            <a:ext cx="12192000" cy="6838950"/>
          </a:xfrm>
          <a:custGeom>
            <a:avLst/>
            <a:gdLst/>
            <a:ahLst/>
            <a:cxnLst/>
            <a:rect l="l" t="t" r="r" b="b"/>
            <a:pathLst>
              <a:path w="43200" h="43200" fill="none" stroke="1" extrusionOk="0">
                <a:moveTo>
                  <a:pt x="-22" y="28319"/>
                </a:moveTo>
                <a:lnTo>
                  <a:pt x="-22" y="28319"/>
                </a:lnTo>
                <a:cubicBezTo>
                  <a:pt x="-22" y="28319"/>
                  <a:pt x="24873" y="49754"/>
                  <a:pt x="43216" y="24342"/>
                </a:cubicBezTo>
              </a:path>
            </a:pathLst>
          </a:custGeom>
          <a:solidFill>
            <a:srgbClr val="FFFFFF"/>
          </a:solidFill>
          <a:ln w="4410">
            <a:solidFill>
              <a:srgbClr val="FFFFFF">
                <a:alpha val="43529"/>
              </a:srgbClr>
            </a:solidFill>
            <a:round/>
            <a:headEnd/>
            <a:tailEnd/>
          </a:ln>
        </p:spPr>
      </p:sp>
      <p:sp>
        <p:nvSpPr>
          <p:cNvPr id="14" name="Shape 1065"/>
          <p:cNvSpPr>
            <a:spLocks noChangeArrowheads="1" noGrp="1"/>
          </p:cNvSpPr>
          <p:nvPr userDrawn="1"/>
        </p:nvSpPr>
        <p:spPr bwMode="auto">
          <a:xfrm>
            <a:off x="0" y="2"/>
            <a:ext cx="12192000" cy="6838950"/>
          </a:xfrm>
          <a:custGeom>
            <a:avLst/>
            <a:gdLst/>
            <a:ahLst/>
            <a:cxnLst/>
            <a:rect l="l" t="t" r="r" b="b"/>
            <a:pathLst>
              <a:path w="43200" h="43200" fill="none" stroke="1" extrusionOk="0">
                <a:moveTo>
                  <a:pt x="-22" y="27904"/>
                </a:moveTo>
                <a:lnTo>
                  <a:pt x="-22" y="27904"/>
                </a:lnTo>
                <a:cubicBezTo>
                  <a:pt x="-22" y="27904"/>
                  <a:pt x="23782" y="49294"/>
                  <a:pt x="43211" y="22185"/>
                </a:cubicBezTo>
              </a:path>
            </a:pathLst>
          </a:custGeom>
          <a:solidFill>
            <a:srgbClr val="FFFFFF"/>
          </a:solidFill>
          <a:ln w="3780">
            <a:solidFill>
              <a:srgbClr val="FFFFFF">
                <a:alpha val="32156"/>
              </a:srgbClr>
            </a:solidFill>
            <a:round/>
            <a:headEnd/>
            <a:tailEnd/>
          </a:ln>
        </p:spPr>
      </p:sp>
      <p:sp>
        <p:nvSpPr>
          <p:cNvPr id="15" name="Shape 1066"/>
          <p:cNvSpPr>
            <a:spLocks noChangeArrowheads="1" noGrp="1"/>
          </p:cNvSpPr>
          <p:nvPr userDrawn="1"/>
        </p:nvSpPr>
        <p:spPr bwMode="auto">
          <a:xfrm>
            <a:off x="0" y="2"/>
            <a:ext cx="12192000" cy="6838950"/>
          </a:xfrm>
          <a:custGeom>
            <a:avLst/>
            <a:gdLst/>
            <a:ahLst/>
            <a:cxnLst/>
            <a:rect l="l" t="t" r="r" b="b"/>
            <a:pathLst>
              <a:path w="43200" h="43200" fill="none" stroke="1" extrusionOk="0">
                <a:moveTo>
                  <a:pt x="-22" y="27489"/>
                </a:moveTo>
                <a:lnTo>
                  <a:pt x="-22" y="27489"/>
                </a:lnTo>
                <a:cubicBezTo>
                  <a:pt x="-22" y="27489"/>
                  <a:pt x="22691" y="48834"/>
                  <a:pt x="43205" y="20027"/>
                </a:cubicBezTo>
              </a:path>
            </a:pathLst>
          </a:custGeom>
          <a:solidFill>
            <a:srgbClr val="FFFFFF"/>
          </a:solidFill>
          <a:ln w="3150">
            <a:solidFill>
              <a:srgbClr val="FFFFFF">
                <a:alpha val="21176"/>
              </a:srgbClr>
            </a:solidFill>
            <a:round/>
            <a:headEnd/>
            <a:tailEnd/>
          </a:ln>
        </p:spPr>
      </p:sp>
      <p:sp>
        <p:nvSpPr>
          <p:cNvPr id="16" name="Shape 1067"/>
          <p:cNvSpPr>
            <a:spLocks noChangeArrowheads="1" noGrp="1"/>
          </p:cNvSpPr>
          <p:nvPr userDrawn="1"/>
        </p:nvSpPr>
        <p:spPr bwMode="auto">
          <a:xfrm>
            <a:off x="0" y="2"/>
            <a:ext cx="12192000" cy="6838950"/>
          </a:xfrm>
          <a:custGeom>
            <a:avLst/>
            <a:gdLst/>
            <a:ahLst/>
            <a:cxnLst/>
            <a:rect l="l" t="t" r="r" b="b"/>
            <a:pathLst>
              <a:path w="43200" h="43200" fill="none" stroke="1" extrusionOk="0">
                <a:moveTo>
                  <a:pt x="-22" y="27075"/>
                </a:moveTo>
                <a:lnTo>
                  <a:pt x="-22" y="27075"/>
                </a:lnTo>
                <a:cubicBezTo>
                  <a:pt x="-22" y="27075"/>
                  <a:pt x="21600" y="48374"/>
                  <a:pt x="43200" y="17869"/>
                </a:cubicBezTo>
              </a:path>
            </a:pathLst>
          </a:custGeom>
          <a:solidFill>
            <a:srgbClr val="FFFFFF"/>
          </a:solidFill>
          <a:ln w="2520">
            <a:solidFill>
              <a:srgbClr val="FFFFFF">
                <a:alpha val="9803"/>
              </a:srgbClr>
            </a:solidFill>
            <a:round/>
            <a:headEnd/>
            <a:tailEnd/>
          </a:ln>
        </p:spPr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/>
              <a:t>Образец текста</a:t>
            </a:r>
            <a:endParaRPr/>
          </a:p>
          <a:p>
            <a:pPr lvl="1">
              <a:defRPr/>
            </a:pPr>
            <a:r>
              <a:rPr/>
              <a:t>Второй уровень</a:t>
            </a:r>
            <a:endParaRPr/>
          </a:p>
          <a:p>
            <a:pPr lvl="2">
              <a:defRPr/>
            </a:pPr>
            <a:r>
              <a:rPr/>
              <a:t>Третий уровень</a:t>
            </a:r>
            <a:endParaRPr/>
          </a:p>
          <a:p>
            <a:pPr lvl="3">
              <a:defRPr/>
            </a:pPr>
            <a:r>
              <a:rPr/>
              <a:t>Четвертый уровень</a:t>
            </a:r>
            <a:endParaRPr/>
          </a:p>
          <a:p>
            <a:pPr lvl="4">
              <a:defRPr/>
            </a:pPr>
            <a:r>
              <a:rPr/>
              <a:t>Пятый уровень</a:t>
            </a:r>
            <a:endParaRPr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 bwMode="auto">
          <a:xfrm>
            <a:off x="609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D328A2AD-CA6C-4CEE-80DD-5B3591997DB0}" type="datetimeFigureOut">
              <a:rPr/>
              <a:t/>
            </a:fld>
            <a:endParaRPr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 bwMode="auto">
          <a:xfrm>
            <a:off x="4165600" y="6356352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 bwMode="auto">
          <a:xfrm>
            <a:off x="8737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9F5014F7-E485-415F-A69C-6237A648DEF6}" type="slidenum">
              <a:rPr/>
              <a:t/>
            </a:fld>
            <a:endParaRPr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/>
              <a:t>Образец заголовка</a:t>
            </a: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>
        <a:spcBef>
          <a:spcPts val="0"/>
        </a:spcBef>
        <a:buNone/>
        <a:defRPr sz="4400" b="1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>
        <a:spcBef>
          <a:spcPts val="0"/>
        </a:spcBef>
        <a:buFont typeface="Arial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>
        <a:spcBef>
          <a:spcPts val="0"/>
        </a:spcBef>
        <a:buFont typeface="Arial"/>
        <a:buChar char="–"/>
        <a:defRPr sz="28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>
        <a:spcBef>
          <a:spcPts val="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>
        <a:spcBef>
          <a:spcPts val="0"/>
        </a:spcBef>
        <a:buFont typeface="Arial"/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>
        <a:spcBef>
          <a:spcPts val="0"/>
        </a:spcBef>
        <a:buFont typeface="Arial"/>
        <a:buChar char="»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 bwMode="auto">
          <a:xfrm>
            <a:off x="1523880" y="1122480"/>
            <a:ext cx="9142920" cy="238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p>
            <a:pPr indent="0" algn="ctr">
              <a:buNone/>
              <a:defRPr/>
            </a:pPr>
            <a:r>
              <a:rPr lang="en-US" sz="3600" b="1" i="0" u="none" strike="noStrike" cap="none" spc="-276">
                <a:solidFill>
                  <a:srgbClr val="F0F0EE"/>
                </a:solidFill>
                <a:latin typeface="Alegreya Sans SC Bold"/>
                <a:ea typeface="Alegreya Sans SC Bold"/>
                <a:cs typeface="Alegreya Sans SC Bold"/>
              </a:rPr>
              <a:t>Разработка</a:t>
            </a:r>
            <a:r>
              <a:rPr lang="en-US" sz="3600" b="1" i="0" u="none" strike="noStrike" cap="none" spc="-276">
                <a:solidFill>
                  <a:srgbClr val="F0F0EE"/>
                </a:solidFill>
                <a:latin typeface="Alegreya Sans SC Bold"/>
                <a:ea typeface="Alegreya Sans SC Bold"/>
                <a:cs typeface="Alegreya Sans SC Bold"/>
              </a:rPr>
              <a:t> и </a:t>
            </a:r>
            <a:r>
              <a:rPr lang="en-US" sz="3600" b="1" i="0" u="none" strike="noStrike" cap="none" spc="-276">
                <a:solidFill>
                  <a:srgbClr val="F0F0EE"/>
                </a:solidFill>
                <a:latin typeface="Alegreya Sans SC Bold"/>
                <a:ea typeface="Alegreya Sans SC Bold"/>
                <a:cs typeface="Alegreya Sans SC Bold"/>
              </a:rPr>
              <a:t>создание</a:t>
            </a:r>
            <a:r>
              <a:rPr lang="en-US" sz="3600" b="1" i="0" u="none" strike="noStrike" cap="none" spc="-276">
                <a:solidFill>
                  <a:srgbClr val="F0F0EE"/>
                </a:solidFill>
                <a:latin typeface="Alegreya Sans SC Bold"/>
                <a:ea typeface="Alegreya Sans SC Bold"/>
                <a:cs typeface="Alegreya Sans SC Bold"/>
              </a:rPr>
              <a:t> </a:t>
            </a:r>
            <a:r>
              <a:rPr lang="ru-RU" sz="3600" b="1" i="0" u="none" strike="noStrike" cap="none" spc="-276">
                <a:solidFill>
                  <a:srgbClr val="F0F0EE"/>
                </a:solidFill>
                <a:latin typeface="Alegreya Sans SC Bold"/>
                <a:ea typeface="Alegreya Sans SC Bold"/>
                <a:cs typeface="Alegreya Sans SC Bold"/>
              </a:rPr>
              <a:t>приложение для Базы данных «Колледж»</a:t>
            </a:r>
            <a:endParaRPr sz="3600" b="0" strike="noStrike" spc="-1">
              <a:solidFill>
                <a:srgbClr val="000000"/>
              </a:solidFill>
              <a:latin typeface="Liberation Sans"/>
              <a:cs typeface="Liberation Sans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subTitle"/>
          </p:nvPr>
        </p:nvSpPr>
        <p:spPr bwMode="auto">
          <a:xfrm flipH="0" flipV="0">
            <a:off x="77175" y="5669085"/>
            <a:ext cx="9084675" cy="1654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>
              <a:lnSpc>
                <a:spcPts val="2493"/>
              </a:lnSpc>
              <a:spcBef>
                <a:spcPts val="0"/>
              </a:spcBef>
              <a:defRPr/>
            </a:pPr>
            <a:r>
              <a:rPr lang="en-US" sz="2400" b="0" i="0" u="none" strike="noStrike" cap="none" spc="0">
                <a:solidFill>
                  <a:schemeClr val="tx1"/>
                </a:solidFill>
                <a:latin typeface="Trocchi"/>
                <a:ea typeface="Trocchi"/>
                <a:cs typeface="Trocchi"/>
              </a:rPr>
              <a:t>Работу</a:t>
            </a:r>
            <a:r>
              <a:rPr lang="en-US" sz="2400" b="0" i="0" u="none" strike="noStrike" cap="none" spc="0">
                <a:solidFill>
                  <a:schemeClr val="tx1"/>
                </a:solidFill>
                <a:latin typeface="Trocchi"/>
                <a:ea typeface="Trocchi"/>
                <a:cs typeface="Trocchi"/>
              </a:rPr>
              <a:t> </a:t>
            </a:r>
            <a:r>
              <a:rPr lang="en-US" sz="2400" b="0" i="0" u="none" strike="noStrike" cap="none" spc="0">
                <a:solidFill>
                  <a:schemeClr val="tx1"/>
                </a:solidFill>
                <a:latin typeface="Trocchi"/>
                <a:ea typeface="Trocchi"/>
                <a:cs typeface="Trocchi"/>
              </a:rPr>
              <a:t>выполнил</a:t>
            </a:r>
            <a:r>
              <a:rPr lang="en-US" sz="2400" b="0" i="0" u="none" strike="noStrike" cap="none" spc="0">
                <a:solidFill>
                  <a:schemeClr val="tx1"/>
                </a:solidFill>
                <a:latin typeface="Trocchi"/>
                <a:ea typeface="Trocchi"/>
                <a:cs typeface="Trocchi"/>
              </a:rPr>
              <a:t>: </a:t>
            </a:r>
            <a:r>
              <a:rPr lang="en-US" sz="2400" b="0" i="0" u="none" strike="noStrike" cap="none" spc="0">
                <a:solidFill>
                  <a:schemeClr val="tx1"/>
                </a:solidFill>
                <a:latin typeface="Trocchi"/>
                <a:ea typeface="Trocchi"/>
                <a:cs typeface="Trocchi"/>
              </a:rPr>
              <a:t>Ратовский М. В.</a:t>
            </a:r>
            <a:endParaRPr sz="2400">
              <a:solidFill>
                <a:schemeClr val="tx1"/>
              </a:solidFill>
              <a:latin typeface="Trocchi"/>
            </a:endParaRPr>
          </a:p>
          <a:p>
            <a:pPr>
              <a:lnSpc>
                <a:spcPts val="2493"/>
              </a:lnSpc>
              <a:spcBef>
                <a:spcPts val="0"/>
              </a:spcBef>
              <a:defRPr/>
            </a:pPr>
            <a:r>
              <a:rPr lang="en-US" sz="2400" b="0" i="0" u="none" strike="noStrike" cap="none" spc="0">
                <a:solidFill>
                  <a:schemeClr val="tx1"/>
                </a:solidFill>
                <a:latin typeface="Trocchi"/>
                <a:ea typeface="Trocchi"/>
                <a:cs typeface="Trocchi"/>
              </a:rPr>
              <a:t>Руководитель</a:t>
            </a:r>
            <a:r>
              <a:rPr lang="en-US" sz="2400" b="0" i="0" u="none" strike="noStrike" cap="none" spc="0">
                <a:solidFill>
                  <a:schemeClr val="tx1"/>
                </a:solidFill>
                <a:latin typeface="Trocchi"/>
                <a:ea typeface="Trocchi"/>
                <a:cs typeface="Trocchi"/>
              </a:rPr>
              <a:t>: </a:t>
            </a:r>
            <a:r>
              <a:rPr lang="ru-RU" sz="2400" b="0" i="0" u="none" strike="noStrike" cap="none" spc="0">
                <a:solidFill>
                  <a:schemeClr val="tx1"/>
                </a:solidFill>
                <a:latin typeface="Trocchi"/>
                <a:ea typeface="Trocchi"/>
                <a:cs typeface="Trocchi"/>
              </a:rPr>
              <a:t>Мирошниченко Г. В.</a:t>
            </a:r>
            <a:endParaRPr sz="2400">
              <a:solidFill>
                <a:schemeClr val="tx1"/>
              </a:solidFill>
              <a:latin typeface="Trocchi"/>
            </a:endParaRPr>
          </a:p>
          <a:p>
            <a:pPr>
              <a:lnSpc>
                <a:spcPts val="2493"/>
              </a:lnSpc>
              <a:spcBef>
                <a:spcPts val="0"/>
              </a:spcBef>
              <a:defRPr/>
            </a:pPr>
            <a:r>
              <a:rPr lang="en-US" sz="2400" b="0" i="0" u="none" strike="noStrike" cap="none" spc="0">
                <a:solidFill>
                  <a:schemeClr val="tx1"/>
                </a:solidFill>
                <a:latin typeface="Trocchi"/>
                <a:ea typeface="Trocchi"/>
                <a:cs typeface="Trocchi"/>
              </a:rPr>
              <a:t>Группа</a:t>
            </a:r>
            <a:r>
              <a:rPr lang="en-US" sz="2400" b="0" i="0" u="none" strike="noStrike" cap="none" spc="0">
                <a:solidFill>
                  <a:schemeClr val="tx1"/>
                </a:solidFill>
                <a:latin typeface="Trocchi"/>
                <a:ea typeface="Trocchi"/>
                <a:cs typeface="Trocchi"/>
              </a:rPr>
              <a:t>: Пр-31</a:t>
            </a:r>
            <a:endParaRPr sz="2400">
              <a:solidFill>
                <a:schemeClr val="tx1"/>
              </a:solidFill>
            </a:endParaRPr>
          </a:p>
          <a:p>
            <a:pPr indent="0" algn="ctr">
              <a:buNone/>
              <a:defRPr/>
            </a:pPr>
            <a:endParaRPr sz="2400" b="0" strike="noStrike" spc="-1">
              <a:solidFill>
                <a:srgbClr val="000000"/>
              </a:solidFill>
              <a:latin typeface="Liberation Sans"/>
              <a:cs typeface="Liberation Sans"/>
            </a:endParaRPr>
          </a:p>
        </p:txBody>
      </p:sp>
      <p:sp>
        <p:nvSpPr>
          <p:cNvPr id="1628595269" name=""/>
          <p:cNvSpPr txBox="1"/>
          <p:nvPr/>
        </p:nvSpPr>
        <p:spPr bwMode="auto">
          <a:xfrm flipH="0" flipV="0">
            <a:off x="401024" y="190500"/>
            <a:ext cx="10663467" cy="666475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lnSpc>
                <a:spcPts val="2365"/>
              </a:lnSpc>
              <a:defRPr/>
            </a:pPr>
            <a:r>
              <a:rPr lang="en-US" sz="1800" b="0" i="0" u="none" strike="noStrike" cap="none" spc="33">
                <a:solidFill>
                  <a:srgbClr val="F0F0EE">
                    <a:alpha val="66667"/>
                  </a:srgbClr>
                </a:solidFill>
                <a:latin typeface="Alegreya Sans SC Black"/>
                <a:ea typeface="Alegreya Sans SC Black"/>
                <a:cs typeface="Alegreya Sans SC Black"/>
              </a:rPr>
              <a:t>МИНИСТЕРСТВО ОБРАЗОВАНИЯ </a:t>
            </a:r>
            <a:r>
              <a:rPr lang="ru-RU" sz="1800" b="0" i="0" u="none" strike="noStrike" cap="none" spc="33">
                <a:solidFill>
                  <a:srgbClr val="F0F0EE">
                    <a:alpha val="66667"/>
                  </a:srgbClr>
                </a:solidFill>
                <a:latin typeface="Alegreya Sans SC Black"/>
                <a:ea typeface="Alegreya Sans SC Black"/>
                <a:cs typeface="Alegreya Sans SC Black"/>
              </a:rPr>
              <a:t>И МОЛОДЕЖНОЙ ПОЛИТИКИ</a:t>
            </a:r>
            <a:r>
              <a:rPr lang="en-US" sz="1800" b="0" i="0" u="none" strike="noStrike" cap="none" spc="33">
                <a:solidFill>
                  <a:srgbClr val="F0F0EE">
                    <a:alpha val="66667"/>
                  </a:srgbClr>
                </a:solidFill>
                <a:latin typeface="Alegreya Sans SC Black"/>
                <a:ea typeface="Alegreya Sans SC Black"/>
                <a:cs typeface="Alegreya Sans SC Black"/>
              </a:rPr>
              <a:t> СВЕРДЛОВСКОЙ ОБЛАСТИ</a:t>
            </a:r>
            <a:endParaRPr sz="1800"/>
          </a:p>
          <a:p>
            <a:pPr>
              <a:defRPr/>
            </a:pPr>
            <a:r>
              <a:rPr lang="en-US" sz="1800" b="0" i="0" u="none" strike="noStrike" cap="none" spc="33">
                <a:solidFill>
                  <a:srgbClr val="F0F0EE">
                    <a:alpha val="66667"/>
                  </a:srgbClr>
                </a:solidFill>
                <a:latin typeface="Alegreya Sans SC Black"/>
                <a:ea typeface="Alegreya Sans SC Black"/>
                <a:cs typeface="Alegreya Sans SC Black"/>
              </a:rPr>
              <a:t> ГАПОУ СО «ЕКАТЕРИНБУРГСКИЙ КОЛЛЕДЖ ТРАНСПОРТНОГО СТРОИТЕЛЬСТВА»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1695381" name=""/>
          <p:cNvSpPr txBox="1"/>
          <p:nvPr/>
        </p:nvSpPr>
        <p:spPr bwMode="auto">
          <a:xfrm flipH="0" flipV="0">
            <a:off x="629624" y="472620"/>
            <a:ext cx="6478079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lang="ru-RU" sz="3600" b="0" i="0" u="none" strike="noStrike" cap="none" spc="0">
                <a:solidFill>
                  <a:srgbClr val="FFFFFF"/>
                </a:solidFill>
                <a:latin typeface="Arial"/>
                <a:ea typeface="Arial"/>
                <a:cs typeface="Arial"/>
              </a:rPr>
              <a:t>О разработке</a:t>
            </a:r>
            <a:endParaRPr sz="3600"/>
          </a:p>
        </p:txBody>
      </p:sp>
      <p:sp>
        <p:nvSpPr>
          <p:cNvPr id="721504239" name=""/>
          <p:cNvSpPr txBox="1"/>
          <p:nvPr/>
        </p:nvSpPr>
        <p:spPr bwMode="auto">
          <a:xfrm flipH="0" flipV="0">
            <a:off x="162900" y="1266824"/>
            <a:ext cx="10935420" cy="214920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lnSpc>
                <a:spcPct val="150000"/>
              </a:lnSpc>
              <a:defRPr/>
            </a:pPr>
            <a:r>
              <a:rPr sz="1800">
                <a:solidFill>
                  <a:schemeClr val="bg1"/>
                </a:solidFill>
              </a:rPr>
              <a:t>Программа для управления учебными процессами колледжа. Она позволяет:</a:t>
            </a:r>
            <a:endParaRPr sz="1800">
              <a:solidFill>
                <a:schemeClr val="bg1"/>
              </a:solidFill>
            </a:endParaRPr>
          </a:p>
          <a:p>
            <a:pPr marL="283879" indent="-283879">
              <a:lnSpc>
                <a:spcPct val="150000"/>
              </a:lnSpc>
              <a:buFont typeface="Arial"/>
              <a:buChar char="•"/>
              <a:defRPr/>
            </a:pPr>
            <a:r>
              <a:rPr sz="1800">
                <a:solidFill>
                  <a:schemeClr val="bg1"/>
                </a:solidFill>
              </a:rPr>
              <a:t>Вести учет студентов и преподавателей</a:t>
            </a:r>
            <a:endParaRPr sz="1800">
              <a:solidFill>
                <a:schemeClr val="bg1"/>
              </a:solidFill>
            </a:endParaRPr>
          </a:p>
          <a:p>
            <a:pPr marL="283879" indent="-283879">
              <a:lnSpc>
                <a:spcPct val="150000"/>
              </a:lnSpc>
              <a:buFont typeface="Arial"/>
              <a:buChar char="•"/>
              <a:defRPr/>
            </a:pPr>
            <a:r>
              <a:rPr sz="1800">
                <a:solidFill>
                  <a:schemeClr val="bg1"/>
                </a:solidFill>
              </a:rPr>
              <a:t>Собирать информацию о количестве пользователей данной программы</a:t>
            </a:r>
            <a:endParaRPr sz="1800">
              <a:solidFill>
                <a:schemeClr val="bg1"/>
              </a:solidFill>
            </a:endParaRPr>
          </a:p>
          <a:p>
            <a:pPr marL="283879" indent="-283879">
              <a:lnSpc>
                <a:spcPct val="150000"/>
              </a:lnSpc>
              <a:buFont typeface="Arial"/>
              <a:buChar char="•"/>
              <a:defRPr/>
            </a:pPr>
            <a:r>
              <a:rPr sz="1800">
                <a:solidFill>
                  <a:schemeClr val="bg1"/>
                </a:solidFill>
              </a:rPr>
              <a:t>Обеспечивать доступ</a:t>
            </a:r>
            <a:r>
              <a:rPr sz="1800">
                <a:solidFill>
                  <a:schemeClr val="bg1"/>
                </a:solidFill>
              </a:rPr>
              <a:t> </a:t>
            </a:r>
            <a:r>
              <a:rPr sz="1800">
                <a:solidFill>
                  <a:schemeClr val="bg1"/>
                </a:solidFill>
              </a:rPr>
              <a:t>для приёмной комиссии, преподавателей и студентов </a:t>
            </a:r>
            <a:endParaRPr sz="1800">
              <a:solidFill>
                <a:schemeClr val="bg1"/>
              </a:solidFill>
            </a:endParaRPr>
          </a:p>
          <a:p>
            <a:pPr marL="283879" indent="-283879">
              <a:lnSpc>
                <a:spcPct val="150000"/>
              </a:lnSpc>
              <a:buFont typeface="Arial"/>
              <a:buChar char="•"/>
              <a:defRPr/>
            </a:pPr>
            <a:r>
              <a:rPr sz="1800">
                <a:solidFill>
                  <a:schemeClr val="bg1"/>
                </a:solidFill>
              </a:rPr>
              <a:t>с учётом их ролей и прав</a:t>
            </a:r>
            <a:endParaRPr sz="1800">
              <a:solidFill>
                <a:schemeClr val="bg1"/>
              </a:solidFill>
            </a:endParaRPr>
          </a:p>
        </p:txBody>
      </p:sp>
      <p:pic>
        <p:nvPicPr>
          <p:cNvPr id="1749422962" name="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 flipH="0" flipV="0">
            <a:off x="8859225" y="0"/>
            <a:ext cx="3370875" cy="33708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88290840" name=""/>
          <p:cNvSpPr txBox="1"/>
          <p:nvPr/>
        </p:nvSpPr>
        <p:spPr bwMode="auto">
          <a:xfrm flipH="0" flipV="0">
            <a:off x="442884" y="445769"/>
            <a:ext cx="7970105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lang="ru-RU" sz="3600" b="0">
                <a:solidFill>
                  <a:schemeClr val="bg1"/>
                </a:solidFill>
              </a:rPr>
              <a:t>Цели и задачи проекта</a:t>
            </a:r>
            <a:endParaRPr b="0"/>
          </a:p>
        </p:txBody>
      </p:sp>
      <p:sp>
        <p:nvSpPr>
          <p:cNvPr id="1111063677" name=""/>
          <p:cNvSpPr/>
          <p:nvPr/>
        </p:nvSpPr>
        <p:spPr bwMode="auto">
          <a:xfrm>
            <a:off x="497080" y="1331595"/>
            <a:ext cx="7318118" cy="118907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>
              <a:defRPr/>
            </a:pPr>
            <a:r>
              <a:rPr b="1">
                <a:solidFill>
                  <a:schemeClr val="bg1"/>
                </a:solidFill>
              </a:rPr>
              <a:t>Цель:</a:t>
            </a:r>
            <a:endParaRPr b="1">
              <a:solidFill>
                <a:schemeClr val="bg1"/>
              </a:solidFill>
            </a:endParaRPr>
          </a:p>
          <a:p>
            <a:pPr marL="283879" indent="-283879">
              <a:buFont typeface="Arial"/>
              <a:buChar char="•"/>
              <a:defRPr/>
            </a:pPr>
            <a:r>
              <a:rPr>
                <a:solidFill>
                  <a:schemeClr val="bg1"/>
                </a:solidFill>
              </a:rPr>
              <a:t>Создать программный комплекс для автоматизации учебно-административной работы колледжа с централизованным управлением данными и ролевым доступом.</a:t>
            </a:r>
            <a:endParaRPr>
              <a:solidFill>
                <a:schemeClr val="bg1"/>
              </a:solidFill>
            </a:endParaRPr>
          </a:p>
        </p:txBody>
      </p:sp>
      <p:sp>
        <p:nvSpPr>
          <p:cNvPr id="385625868" name=""/>
          <p:cNvSpPr/>
          <p:nvPr/>
        </p:nvSpPr>
        <p:spPr bwMode="auto">
          <a:xfrm flipH="0" flipV="0">
            <a:off x="497080" y="2657474"/>
            <a:ext cx="7106644" cy="2560680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>
              <a:lnSpc>
                <a:spcPct val="150000"/>
              </a:lnSpc>
              <a:defRPr/>
            </a:pPr>
            <a:r>
              <a:rPr b="1">
                <a:solidFill>
                  <a:schemeClr val="bg1"/>
                </a:solidFill>
              </a:rPr>
              <a:t>Задачи:</a:t>
            </a:r>
            <a:endParaRPr>
              <a:solidFill>
                <a:schemeClr val="bg1"/>
              </a:solidFill>
            </a:endParaRPr>
          </a:p>
          <a:p>
            <a:pPr marL="283879" indent="-283879">
              <a:lnSpc>
                <a:spcPct val="150000"/>
              </a:lnSpc>
              <a:buFont typeface="Arial"/>
              <a:buChar char="•"/>
              <a:defRPr/>
            </a:pPr>
            <a:r>
              <a:rPr>
                <a:solidFill>
                  <a:schemeClr val="bg1"/>
                </a:solidFill>
              </a:rPr>
              <a:t>Реализовать систему авторизации с тремя режимами работы</a:t>
            </a:r>
            <a:endParaRPr>
              <a:solidFill>
                <a:schemeClr val="bg1"/>
              </a:solidFill>
            </a:endParaRPr>
          </a:p>
          <a:p>
            <a:pPr marL="283879" indent="-283879">
              <a:lnSpc>
                <a:spcPct val="150000"/>
              </a:lnSpc>
              <a:buFont typeface="Arial"/>
              <a:buChar char="•"/>
              <a:defRPr/>
            </a:pPr>
            <a:r>
              <a:rPr>
                <a:solidFill>
                  <a:schemeClr val="bg1"/>
                </a:solidFill>
              </a:rPr>
              <a:t>Создать локальную базу данных на базе ROOM</a:t>
            </a:r>
            <a:endParaRPr>
              <a:solidFill>
                <a:schemeClr val="bg1"/>
              </a:solidFill>
            </a:endParaRPr>
          </a:p>
          <a:p>
            <a:pPr marL="283879" indent="-283879">
              <a:lnSpc>
                <a:spcPct val="150000"/>
              </a:lnSpc>
              <a:buFont typeface="Arial"/>
              <a:buChar char="•"/>
              <a:defRPr/>
            </a:pPr>
            <a:r>
              <a:rPr>
                <a:solidFill>
                  <a:schemeClr val="bg1"/>
                </a:solidFill>
              </a:rPr>
              <a:t>Разработать функции для работы со студентами и преподавателями</a:t>
            </a:r>
            <a:endParaRPr>
              <a:solidFill>
                <a:schemeClr val="bg1"/>
              </a:solidFill>
            </a:endParaRPr>
          </a:p>
          <a:p>
            <a:pPr marL="283879" indent="-283879">
              <a:lnSpc>
                <a:spcPct val="150000"/>
              </a:lnSpc>
              <a:buFont typeface="Arial"/>
              <a:buChar char="•"/>
              <a:defRPr/>
            </a:pPr>
            <a:r>
              <a:rPr>
                <a:solidFill>
                  <a:schemeClr val="bg1"/>
                </a:solidFill>
              </a:rPr>
              <a:t>Обеспечить удобную и понятную навигацию по системе</a:t>
            </a:r>
            <a:endParaRPr>
              <a:solidFill>
                <a:schemeClr val="bg1"/>
              </a:solidFill>
            </a:endParaRPr>
          </a:p>
        </p:txBody>
      </p:sp>
      <p:pic>
        <p:nvPicPr>
          <p:cNvPr id="436674556" name="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 flipH="0" flipV="0">
            <a:off x="7872523" y="-3813"/>
            <a:ext cx="4329976" cy="377571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10780077" name=""/>
          <p:cNvSpPr txBox="1"/>
          <p:nvPr/>
        </p:nvSpPr>
        <p:spPr bwMode="auto">
          <a:xfrm flipH="0" flipV="0">
            <a:off x="446994" y="502920"/>
            <a:ext cx="10489400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lang="ru-RU" sz="3600">
                <a:solidFill>
                  <a:schemeClr val="bg1"/>
                </a:solidFill>
              </a:rPr>
              <a:t>Функциональные </a:t>
            </a:r>
            <a:r>
              <a:rPr lang="ru-RU" sz="3600">
                <a:solidFill>
                  <a:schemeClr val="bg1"/>
                </a:solidFill>
              </a:rPr>
              <a:t>характеристики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998502218" name=""/>
          <p:cNvSpPr/>
          <p:nvPr/>
        </p:nvSpPr>
        <p:spPr bwMode="auto">
          <a:xfrm flipH="0" flipV="0">
            <a:off x="446994" y="1423034"/>
            <a:ext cx="9301655" cy="338363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>
              <a:lnSpc>
                <a:spcPct val="150000"/>
              </a:lnSpc>
              <a:defRPr/>
            </a:pPr>
            <a:r>
              <a:rPr>
                <a:solidFill>
                  <a:schemeClr val="bg1"/>
                </a:solidFill>
              </a:rPr>
              <a:t>Ключевые преимущества</a:t>
            </a:r>
            <a:endParaRPr>
              <a:solidFill>
                <a:schemeClr val="bg1"/>
              </a:solidFill>
            </a:endParaRPr>
          </a:p>
          <a:p>
            <a:pPr marL="283879" indent="-283879">
              <a:lnSpc>
                <a:spcPct val="150000"/>
              </a:lnSpc>
              <a:buFont typeface="Arial"/>
              <a:buChar char="•"/>
              <a:defRPr/>
            </a:pPr>
            <a:r>
              <a:rPr>
                <a:solidFill>
                  <a:schemeClr val="bg1"/>
                </a:solidFill>
              </a:rPr>
              <a:t>Современный интерфейс</a:t>
            </a:r>
            <a:br>
              <a:rPr>
                <a:solidFill>
                  <a:schemeClr val="bg1"/>
                </a:solidFill>
              </a:rPr>
            </a:br>
            <a:r>
              <a:rPr>
                <a:solidFill>
                  <a:schemeClr val="bg1"/>
                </a:solidFill>
              </a:rPr>
              <a:t>Чистый, понятный дизайн без лишних элементов</a:t>
            </a:r>
            <a:endParaRPr>
              <a:solidFill>
                <a:schemeClr val="bg1"/>
              </a:solidFill>
            </a:endParaRPr>
          </a:p>
          <a:p>
            <a:pPr marL="283879" indent="-283879">
              <a:lnSpc>
                <a:spcPct val="150000"/>
              </a:lnSpc>
              <a:buFont typeface="Arial"/>
              <a:buChar char="•"/>
              <a:defRPr/>
            </a:pPr>
            <a:r>
              <a:rPr>
                <a:solidFill>
                  <a:schemeClr val="bg1"/>
                </a:solidFill>
              </a:rPr>
              <a:t>Безопасность</a:t>
            </a:r>
            <a:br>
              <a:rPr>
                <a:solidFill>
                  <a:schemeClr val="bg1"/>
                </a:solidFill>
              </a:rPr>
            </a:br>
            <a:r>
              <a:rPr>
                <a:solidFill>
                  <a:schemeClr val="bg1"/>
                </a:solidFill>
              </a:rPr>
              <a:t>Многоуровневая система авторизации с защитой данных</a:t>
            </a:r>
            <a:endParaRPr>
              <a:solidFill>
                <a:schemeClr val="bg1"/>
              </a:solidFill>
            </a:endParaRPr>
          </a:p>
          <a:p>
            <a:pPr marL="283879" indent="-283879">
              <a:lnSpc>
                <a:spcPct val="150000"/>
              </a:lnSpc>
              <a:buFont typeface="Arial"/>
              <a:buChar char="•"/>
              <a:defRPr/>
            </a:pPr>
            <a:r>
              <a:rPr>
                <a:solidFill>
                  <a:schemeClr val="bg1"/>
                </a:solidFill>
              </a:rPr>
              <a:t>Удобство работы</a:t>
            </a:r>
            <a:br>
              <a:rPr>
                <a:solidFill>
                  <a:schemeClr val="bg1"/>
                </a:solidFill>
              </a:rPr>
            </a:br>
            <a:r>
              <a:rPr>
                <a:solidFill>
                  <a:schemeClr val="bg1"/>
                </a:solidFill>
              </a:rPr>
              <a:t>Все данные в единой базе</a:t>
            </a:r>
            <a:br>
              <a:rPr>
                <a:solidFill>
                  <a:schemeClr val="bg1"/>
                </a:solidFill>
              </a:rPr>
            </a:br>
            <a:r>
              <a:rPr>
                <a:solidFill>
                  <a:schemeClr val="bg1"/>
                </a:solidFill>
              </a:rPr>
              <a:t>Доступные операции: добавление, удаление и поиск информации</a:t>
            </a:r>
            <a:endParaRPr/>
          </a:p>
        </p:txBody>
      </p:sp>
      <p:pic>
        <p:nvPicPr>
          <p:cNvPr id="92667521" name="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 flipH="0" flipV="0">
            <a:off x="8201025" y="9525"/>
            <a:ext cx="3981450" cy="39814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94522806" name=""/>
          <p:cNvSpPr/>
          <p:nvPr/>
        </p:nvSpPr>
        <p:spPr bwMode="auto">
          <a:xfrm flipH="0" flipV="0">
            <a:off x="248625" y="293369"/>
            <a:ext cx="9459765" cy="640440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>
              <a:defRPr/>
            </a:pPr>
            <a:r>
              <a:rPr sz="3600">
                <a:solidFill>
                  <a:schemeClr val="bg1"/>
                </a:solidFill>
              </a:rPr>
              <a:t>Используемые технологии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593919623" name=""/>
          <p:cNvSpPr/>
          <p:nvPr/>
        </p:nvSpPr>
        <p:spPr bwMode="auto">
          <a:xfrm flipH="0" flipV="0">
            <a:off x="305775" y="1131570"/>
            <a:ext cx="6792764" cy="1600560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>
              <a:lnSpc>
                <a:spcPct val="150000"/>
              </a:lnSpc>
              <a:defRPr/>
            </a:pPr>
            <a:r>
              <a:rPr sz="2200">
                <a:solidFill>
                  <a:schemeClr val="bg1">
                    <a:lumMod val="95000"/>
                  </a:schemeClr>
                </a:solidFill>
              </a:rPr>
              <a:t>Навигация</a:t>
            </a:r>
            <a:r>
              <a:rPr sz="220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sz="2200">
                <a:solidFill>
                  <a:schemeClr val="bg1">
                    <a:lumMod val="95000"/>
                  </a:schemeClr>
                </a:solidFill>
              </a:rPr>
              <a:t>— Android Navigation Component</a:t>
            </a:r>
            <a:endParaRPr sz="2200">
              <a:solidFill>
                <a:schemeClr val="bg1">
                  <a:lumMod val="95000"/>
                </a:schemeClr>
              </a:solidFill>
            </a:endParaRPr>
          </a:p>
          <a:p>
            <a:pPr>
              <a:lnSpc>
                <a:spcPct val="150000"/>
              </a:lnSpc>
              <a:defRPr/>
            </a:pPr>
            <a:r>
              <a:rPr sz="2200">
                <a:solidFill>
                  <a:schemeClr val="bg1">
                    <a:lumMod val="95000"/>
                  </a:schemeClr>
                </a:solidFill>
              </a:rPr>
              <a:t>Локальное хранение</a:t>
            </a:r>
            <a:r>
              <a:rPr sz="220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sz="2200">
                <a:solidFill>
                  <a:schemeClr val="bg1">
                    <a:lumMod val="95000"/>
                  </a:schemeClr>
                </a:solidFill>
              </a:rPr>
              <a:t>— ROOM</a:t>
            </a:r>
            <a:endParaRPr sz="2200">
              <a:solidFill>
                <a:schemeClr val="bg1">
                  <a:lumMod val="95000"/>
                </a:schemeClr>
              </a:solidFill>
            </a:endParaRPr>
          </a:p>
          <a:p>
            <a:pPr>
              <a:lnSpc>
                <a:spcPct val="150000"/>
              </a:lnSpc>
              <a:defRPr/>
            </a:pPr>
            <a:r>
              <a:rPr sz="2200">
                <a:solidFill>
                  <a:schemeClr val="bg1">
                    <a:lumMod val="95000"/>
                  </a:schemeClr>
                </a:solidFill>
              </a:rPr>
              <a:t>Хранение настроек</a:t>
            </a:r>
            <a:r>
              <a:rPr sz="220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sz="2200">
                <a:solidFill>
                  <a:schemeClr val="bg1">
                    <a:lumMod val="95000"/>
                  </a:schemeClr>
                </a:solidFill>
              </a:rPr>
              <a:t>— SharedPreferences</a:t>
            </a:r>
            <a:endParaRPr/>
          </a:p>
        </p:txBody>
      </p:sp>
      <p:pic>
        <p:nvPicPr>
          <p:cNvPr id="592704458" name="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 flipH="0" flipV="0">
            <a:off x="6458925" y="-3502"/>
            <a:ext cx="5752125" cy="377774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94593738" name=""/>
          <p:cNvSpPr/>
          <p:nvPr/>
        </p:nvSpPr>
        <p:spPr bwMode="auto">
          <a:xfrm flipH="0" flipV="0">
            <a:off x="636462" y="415289"/>
            <a:ext cx="4900697" cy="640440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>
              <a:defRPr/>
            </a:pPr>
            <a:r>
              <a:rPr sz="3600">
                <a:solidFill>
                  <a:schemeClr val="bg1"/>
                </a:solidFill>
              </a:rPr>
              <a:t>Экран входа</a:t>
            </a:r>
            <a:endParaRPr sz="3600">
              <a:solidFill>
                <a:schemeClr val="bg1"/>
              </a:solidFill>
            </a:endParaRPr>
          </a:p>
        </p:txBody>
      </p:sp>
      <p:pic>
        <p:nvPicPr>
          <p:cNvPr id="1514341432" name=""/>
          <p:cNvPicPr>
            <a:picLocks noChangeAspect="1"/>
          </p:cNvPicPr>
          <p:nvPr/>
        </p:nvPicPr>
        <p:blipFill>
          <a:blip r:embed="rId2"/>
          <a:srcRect l="0" t="5055" r="0" b="5099"/>
          <a:stretch/>
        </p:blipFill>
        <p:spPr bwMode="auto">
          <a:xfrm rot="0" flipH="0" flipV="0">
            <a:off x="8744775" y="322274"/>
            <a:ext cx="2962800" cy="59148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652583221" name=""/>
          <p:cNvSpPr/>
          <p:nvPr/>
        </p:nvSpPr>
        <p:spPr bwMode="auto">
          <a:xfrm>
            <a:off x="545349" y="2605680"/>
            <a:ext cx="3730030" cy="36611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>
              <a:defRPr/>
            </a:pPr>
            <a:endParaRPr/>
          </a:p>
        </p:txBody>
      </p:sp>
      <p:sp>
        <p:nvSpPr>
          <p:cNvPr id="692483610" name=""/>
          <p:cNvSpPr txBox="1"/>
          <p:nvPr/>
        </p:nvSpPr>
        <p:spPr bwMode="auto">
          <a:xfrm flipH="0" flipV="0">
            <a:off x="545349" y="1238249"/>
            <a:ext cx="5832530" cy="33836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lnSpc>
                <a:spcPct val="150000"/>
              </a:lnSpc>
              <a:defRPr/>
            </a:pPr>
            <a:r>
              <a:rPr>
                <a:solidFill>
                  <a:schemeClr val="bg1"/>
                </a:solidFill>
              </a:rPr>
              <a:t>Содержит поля для:</a:t>
            </a:r>
            <a:endParaRPr>
              <a:solidFill>
                <a:schemeClr val="bg1"/>
              </a:solidFill>
            </a:endParaRPr>
          </a:p>
          <a:p>
            <a:pPr marL="283879" indent="-283879" algn="l">
              <a:lnSpc>
                <a:spcPct val="150000"/>
              </a:lnSpc>
              <a:buFont typeface="Arial"/>
              <a:buChar char="•"/>
              <a:defRPr/>
            </a:pPr>
            <a:r>
              <a:rPr>
                <a:solidFill>
                  <a:schemeClr val="bg1"/>
                </a:solidFill>
              </a:rPr>
              <a:t>Ввода email</a:t>
            </a:r>
            <a:r>
              <a:rPr>
                <a:solidFill>
                  <a:schemeClr val="bg1"/>
                </a:solidFill>
              </a:rPr>
              <a:t> </a:t>
            </a:r>
            <a:r>
              <a:rPr>
                <a:solidFill>
                  <a:schemeClr val="bg1"/>
                </a:solidFill>
              </a:rPr>
              <a:t>(например,</a:t>
            </a:r>
            <a:r>
              <a:rPr>
                <a:solidFill>
                  <a:schemeClr val="bg1"/>
                </a:solidFill>
              </a:rPr>
              <a:t> </a:t>
            </a:r>
            <a:r>
              <a:rPr>
                <a:solidFill>
                  <a:schemeClr val="bg1"/>
                </a:solidFill>
              </a:rPr>
              <a:t>admin@college.ru</a:t>
            </a:r>
            <a:r>
              <a:rPr>
                <a:solidFill>
                  <a:schemeClr val="bg1"/>
                </a:solidFill>
              </a:rPr>
              <a:t>)</a:t>
            </a:r>
            <a:endParaRPr>
              <a:solidFill>
                <a:schemeClr val="bg1"/>
              </a:solidFill>
            </a:endParaRPr>
          </a:p>
          <a:p>
            <a:pPr marL="283879" indent="-283879" algn="l">
              <a:lnSpc>
                <a:spcPct val="150000"/>
              </a:lnSpc>
              <a:buFont typeface="Arial"/>
              <a:buChar char="•"/>
              <a:defRPr/>
            </a:pPr>
            <a:r>
              <a:rPr>
                <a:solidFill>
                  <a:schemeClr val="bg1"/>
                </a:solidFill>
              </a:rPr>
              <a:t>Ввода пароля</a:t>
            </a:r>
            <a:r>
              <a:rPr>
                <a:solidFill>
                  <a:schemeClr val="bg1"/>
                </a:solidFill>
              </a:rPr>
              <a:t> </a:t>
            </a:r>
            <a:r>
              <a:rPr>
                <a:solidFill>
                  <a:schemeClr val="bg1"/>
                </a:solidFill>
              </a:rPr>
              <a:t>(скрытый ввод)</a:t>
            </a:r>
            <a:endParaRPr>
              <a:solidFill>
                <a:schemeClr val="bg1"/>
              </a:solidFill>
            </a:endParaRPr>
          </a:p>
          <a:p>
            <a:pPr marL="283879" indent="-283879" algn="l">
              <a:lnSpc>
                <a:spcPct val="150000"/>
              </a:lnSpc>
              <a:buFont typeface="Arial"/>
              <a:buChar char="•"/>
              <a:defRPr/>
            </a:pPr>
            <a:r>
              <a:rPr lang="ru-RU">
                <a:solidFill>
                  <a:schemeClr val="bg1"/>
                </a:solidFill>
              </a:rPr>
              <a:t>Выбора роли</a:t>
            </a:r>
            <a:r>
              <a:rPr lang="ru-RU">
                <a:solidFill>
                  <a:schemeClr val="bg1"/>
                </a:solidFill>
              </a:rPr>
              <a:t> </a:t>
            </a:r>
            <a:r>
              <a:rPr lang="ru-RU">
                <a:solidFill>
                  <a:schemeClr val="bg1"/>
                </a:solidFill>
              </a:rPr>
              <a:t>(например, “Приёмная комиссия”)</a:t>
            </a:r>
            <a:endParaRPr>
              <a:solidFill>
                <a:schemeClr val="bg1"/>
              </a:solidFill>
            </a:endParaRPr>
          </a:p>
          <a:p>
            <a:pPr>
              <a:lnSpc>
                <a:spcPct val="150000"/>
              </a:lnSpc>
              <a:defRPr/>
            </a:pPr>
            <a:r>
              <a:rPr lang="ru-RU">
                <a:solidFill>
                  <a:schemeClr val="bg1"/>
                </a:solidFill>
              </a:rPr>
              <a:t>А также кнопки:</a:t>
            </a:r>
            <a:endParaRPr>
              <a:solidFill>
                <a:schemeClr val="bg1"/>
              </a:solidFill>
            </a:endParaRPr>
          </a:p>
          <a:p>
            <a:pPr marL="283879" indent="-283879">
              <a:lnSpc>
                <a:spcPct val="150000"/>
              </a:lnSpc>
              <a:buFont typeface="Arial"/>
              <a:buChar char="•"/>
              <a:defRPr/>
            </a:pPr>
            <a:r>
              <a:rPr lang="ru-RU">
                <a:solidFill>
                  <a:schemeClr val="bg1"/>
                </a:solidFill>
              </a:rPr>
              <a:t>Войти</a:t>
            </a:r>
            <a:r>
              <a:rPr lang="ru-RU">
                <a:solidFill>
                  <a:schemeClr val="bg1"/>
                </a:solidFill>
              </a:rPr>
              <a:t> </a:t>
            </a:r>
            <a:r>
              <a:rPr lang="ru-RU">
                <a:solidFill>
                  <a:schemeClr val="bg1"/>
                </a:solidFill>
              </a:rPr>
              <a:t>— для доступа в систему</a:t>
            </a:r>
            <a:endParaRPr>
              <a:solidFill>
                <a:schemeClr val="bg1"/>
              </a:solidFill>
            </a:endParaRPr>
          </a:p>
          <a:p>
            <a:pPr marL="283879" indent="-283879">
              <a:lnSpc>
                <a:spcPct val="150000"/>
              </a:lnSpc>
              <a:buFont typeface="Arial"/>
              <a:buChar char="•"/>
              <a:defRPr/>
            </a:pPr>
            <a:r>
              <a:rPr lang="ru-RU">
                <a:solidFill>
                  <a:schemeClr val="bg1"/>
                </a:solidFill>
              </a:rPr>
              <a:t>Регистрация</a:t>
            </a:r>
            <a:r>
              <a:rPr lang="ru-RU">
                <a:solidFill>
                  <a:schemeClr val="bg1"/>
                </a:solidFill>
              </a:rPr>
              <a:t> </a:t>
            </a:r>
            <a:r>
              <a:rPr lang="ru-RU">
                <a:solidFill>
                  <a:schemeClr val="bg1"/>
                </a:solidFill>
              </a:rPr>
              <a:t>— для создания нового аккаунта</a:t>
            </a:r>
            <a:endParaRPr>
              <a:solidFill>
                <a:schemeClr val="bg1"/>
              </a:solidFill>
            </a:endParaRPr>
          </a:p>
          <a:p>
            <a:pPr marL="283879" indent="-283879" algn="l">
              <a:lnSpc>
                <a:spcPct val="150000"/>
              </a:lnSpc>
              <a:buFont typeface="Arial"/>
              <a:buChar char="•"/>
              <a:defRPr/>
            </a:pPr>
            <a:endParaRPr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98369646" name=""/>
          <p:cNvSpPr/>
          <p:nvPr/>
        </p:nvSpPr>
        <p:spPr bwMode="auto">
          <a:xfrm flipH="0" flipV="0">
            <a:off x="445841" y="415289"/>
            <a:ext cx="8090253" cy="640440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>
              <a:defRPr/>
            </a:pPr>
            <a:r>
              <a:rPr sz="3600">
                <a:solidFill>
                  <a:schemeClr val="bg1"/>
                </a:solidFill>
              </a:rPr>
              <a:t>Главный экран программы</a:t>
            </a:r>
            <a:endParaRPr/>
          </a:p>
        </p:txBody>
      </p:sp>
      <p:sp>
        <p:nvSpPr>
          <p:cNvPr id="1386695623" name=""/>
          <p:cNvSpPr/>
          <p:nvPr/>
        </p:nvSpPr>
        <p:spPr bwMode="auto">
          <a:xfrm>
            <a:off x="445841" y="1194434"/>
            <a:ext cx="6038439" cy="91475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>
              <a:lnSpc>
                <a:spcPct val="150000"/>
              </a:lnSpc>
              <a:defRPr/>
            </a:pPr>
            <a:r>
              <a:rPr>
                <a:solidFill>
                  <a:schemeClr val="bg1"/>
                </a:solidFill>
              </a:rPr>
              <a:t>Интерфейс адаптируется под три роли:</a:t>
            </a:r>
            <a:r>
              <a:rPr>
                <a:solidFill>
                  <a:schemeClr val="bg1"/>
                </a:solidFill>
              </a:rPr>
              <a:t> </a:t>
            </a:r>
            <a:r>
              <a:rPr i="1">
                <a:solidFill>
                  <a:schemeClr val="bg1"/>
                </a:solidFill>
              </a:rPr>
              <a:t>приёмная комиссия</a:t>
            </a:r>
            <a:r>
              <a:rPr i="1">
                <a:solidFill>
                  <a:schemeClr val="bg1"/>
                </a:solidFill>
              </a:rPr>
              <a:t>,</a:t>
            </a:r>
            <a:r>
              <a:rPr i="1">
                <a:solidFill>
                  <a:schemeClr val="bg1"/>
                </a:solidFill>
              </a:rPr>
              <a:t> </a:t>
            </a:r>
            <a:r>
              <a:rPr i="1">
                <a:solidFill>
                  <a:schemeClr val="bg1"/>
                </a:solidFill>
              </a:rPr>
              <a:t>преподаватели</a:t>
            </a:r>
            <a:r>
              <a:rPr i="1">
                <a:solidFill>
                  <a:schemeClr val="bg1"/>
                </a:solidFill>
              </a:rPr>
              <a:t> </a:t>
            </a:r>
            <a:r>
              <a:rPr i="0">
                <a:solidFill>
                  <a:schemeClr val="bg1"/>
                </a:solidFill>
              </a:rPr>
              <a:t>и </a:t>
            </a:r>
            <a:r>
              <a:rPr i="1">
                <a:solidFill>
                  <a:schemeClr val="bg1"/>
                </a:solidFill>
              </a:rPr>
              <a:t>студенты.</a:t>
            </a:r>
            <a:endParaRPr i="1"/>
          </a:p>
        </p:txBody>
      </p:sp>
      <p:sp>
        <p:nvSpPr>
          <p:cNvPr id="1178508955" name=""/>
          <p:cNvSpPr/>
          <p:nvPr/>
        </p:nvSpPr>
        <p:spPr bwMode="auto">
          <a:xfrm flipH="0" flipV="0">
            <a:off x="445841" y="2051325"/>
            <a:ext cx="7149468" cy="1326240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>
              <a:lnSpc>
                <a:spcPct val="150000"/>
              </a:lnSpc>
              <a:defRPr/>
            </a:pPr>
            <a:r>
              <a:rPr>
                <a:solidFill>
                  <a:schemeClr val="bg1"/>
                </a:solidFill>
              </a:rPr>
              <a:t>Общие функции для всех ролей:</a:t>
            </a:r>
            <a:endParaRPr>
              <a:solidFill>
                <a:schemeClr val="bg1"/>
              </a:solidFill>
            </a:endParaRPr>
          </a:p>
          <a:p>
            <a:pPr marL="283879" indent="-283879">
              <a:lnSpc>
                <a:spcPct val="150000"/>
              </a:lnSpc>
              <a:buFont typeface="Arial"/>
              <a:buChar char="•"/>
              <a:defRPr/>
            </a:pPr>
            <a:r>
              <a:rPr>
                <a:solidFill>
                  <a:schemeClr val="bg1"/>
                </a:solidFill>
              </a:rPr>
              <a:t>Главная страница</a:t>
            </a:r>
            <a:endParaRPr>
              <a:solidFill>
                <a:schemeClr val="bg1"/>
              </a:solidFill>
            </a:endParaRPr>
          </a:p>
          <a:p>
            <a:pPr marL="283879" indent="-283879">
              <a:lnSpc>
                <a:spcPct val="150000"/>
              </a:lnSpc>
              <a:buFont typeface="Arial"/>
              <a:buChar char="•"/>
              <a:defRPr/>
            </a:pPr>
            <a:r>
              <a:rPr>
                <a:solidFill>
                  <a:schemeClr val="bg1"/>
                </a:solidFill>
              </a:rPr>
              <a:t>Профиль</a:t>
            </a:r>
            <a:endParaRPr>
              <a:solidFill>
                <a:schemeClr val="bg1"/>
              </a:solidFill>
            </a:endParaRPr>
          </a:p>
        </p:txBody>
      </p:sp>
      <p:pic>
        <p:nvPicPr>
          <p:cNvPr id="38851629" name=""/>
          <p:cNvPicPr>
            <a:picLocks noChangeAspect="1"/>
          </p:cNvPicPr>
          <p:nvPr/>
        </p:nvPicPr>
        <p:blipFill>
          <a:blip r:embed="rId2"/>
          <a:srcRect l="0" t="5156" r="0" b="5127"/>
          <a:stretch/>
        </p:blipFill>
        <p:spPr bwMode="auto">
          <a:xfrm flipH="0" flipV="0">
            <a:off x="8697300" y="133826"/>
            <a:ext cx="3072461" cy="612552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30221641" name=""/>
          <p:cNvPicPr>
            <a:picLocks noChangeAspect="1"/>
          </p:cNvPicPr>
          <p:nvPr/>
        </p:nvPicPr>
        <p:blipFill>
          <a:blip r:embed="rId2"/>
          <a:srcRect l="0" t="4052" r="0" b="5859"/>
          <a:stretch/>
        </p:blipFill>
        <p:spPr bwMode="auto">
          <a:xfrm rot="0" flipH="0" flipV="0">
            <a:off x="5781750" y="426046"/>
            <a:ext cx="2955600" cy="59148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580983511" name=""/>
          <p:cNvPicPr>
            <a:picLocks noChangeAspect="1"/>
          </p:cNvPicPr>
          <p:nvPr/>
        </p:nvPicPr>
        <p:blipFill>
          <a:blip r:embed="rId3"/>
          <a:srcRect l="0" t="4282" r="0" b="5733"/>
          <a:stretch/>
        </p:blipFill>
        <p:spPr bwMode="auto">
          <a:xfrm rot="0" flipH="0" flipV="0">
            <a:off x="9010800" y="415246"/>
            <a:ext cx="2962800" cy="59256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451094927" name=""/>
          <p:cNvSpPr/>
          <p:nvPr/>
        </p:nvSpPr>
        <p:spPr bwMode="auto">
          <a:xfrm>
            <a:off x="193210" y="415246"/>
            <a:ext cx="5395808" cy="118907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>
              <a:defRPr/>
            </a:pPr>
            <a:r>
              <a:rPr sz="3600">
                <a:solidFill>
                  <a:schemeClr val="bg1"/>
                </a:solidFill>
              </a:rPr>
              <a:t>Экраны добавления и списка студентов</a:t>
            </a:r>
            <a:endParaRPr/>
          </a:p>
        </p:txBody>
      </p:sp>
      <p:sp>
        <p:nvSpPr>
          <p:cNvPr id="1711623148" name=""/>
          <p:cNvSpPr/>
          <p:nvPr/>
        </p:nvSpPr>
        <p:spPr bwMode="auto">
          <a:xfrm flipH="0" flipV="0">
            <a:off x="548015" y="1604326"/>
            <a:ext cx="4686198" cy="3699107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>
              <a:lnSpc>
                <a:spcPct val="114999"/>
              </a:lnSpc>
              <a:defRPr/>
            </a:pPr>
            <a:r>
              <a:rPr>
                <a:solidFill>
                  <a:schemeClr val="bg1"/>
                </a:solidFill>
              </a:rPr>
              <a:t>Поля для заполнения:</a:t>
            </a:r>
            <a:endParaRPr>
              <a:solidFill>
                <a:schemeClr val="bg1"/>
              </a:solidFill>
            </a:endParaRPr>
          </a:p>
          <a:p>
            <a:pPr marL="283879" indent="-283879">
              <a:lnSpc>
                <a:spcPct val="150000"/>
              </a:lnSpc>
              <a:buFont typeface="Arial"/>
              <a:buChar char="•"/>
              <a:defRPr/>
            </a:pPr>
            <a:r>
              <a:rPr>
                <a:solidFill>
                  <a:schemeClr val="bg1"/>
                </a:solidFill>
              </a:rPr>
              <a:t>ФИО студента</a:t>
            </a:r>
            <a:endParaRPr>
              <a:solidFill>
                <a:schemeClr val="bg1"/>
              </a:solidFill>
            </a:endParaRPr>
          </a:p>
          <a:p>
            <a:pPr marL="283879" indent="-283879">
              <a:lnSpc>
                <a:spcPct val="150000"/>
              </a:lnSpc>
              <a:buFont typeface="Arial"/>
              <a:buChar char="•"/>
              <a:defRPr/>
            </a:pPr>
            <a:r>
              <a:rPr>
                <a:solidFill>
                  <a:schemeClr val="bg1"/>
                </a:solidFill>
              </a:rPr>
              <a:t>Email</a:t>
            </a:r>
            <a:endParaRPr>
              <a:solidFill>
                <a:schemeClr val="bg1"/>
              </a:solidFill>
            </a:endParaRPr>
          </a:p>
          <a:p>
            <a:pPr marL="283879" indent="-283879">
              <a:lnSpc>
                <a:spcPct val="150000"/>
              </a:lnSpc>
              <a:buFont typeface="Arial"/>
              <a:buChar char="•"/>
              <a:defRPr/>
            </a:pPr>
            <a:r>
              <a:rPr>
                <a:solidFill>
                  <a:schemeClr val="bg1"/>
                </a:solidFill>
              </a:rPr>
              <a:t>Пароль</a:t>
            </a:r>
            <a:endParaRPr>
              <a:solidFill>
                <a:schemeClr val="bg1"/>
              </a:solidFill>
            </a:endParaRPr>
          </a:p>
          <a:p>
            <a:pPr marL="283879" indent="-283879">
              <a:lnSpc>
                <a:spcPct val="150000"/>
              </a:lnSpc>
              <a:buFont typeface="Arial"/>
              <a:buChar char="•"/>
              <a:defRPr/>
            </a:pPr>
            <a:r>
              <a:rPr>
                <a:solidFill>
                  <a:schemeClr val="bg1"/>
                </a:solidFill>
              </a:rPr>
              <a:t>Дата рождения</a:t>
            </a:r>
            <a:r>
              <a:rPr>
                <a:solidFill>
                  <a:schemeClr val="bg1"/>
                </a:solidFill>
              </a:rPr>
              <a:t> </a:t>
            </a:r>
            <a:r>
              <a:rPr>
                <a:solidFill>
                  <a:schemeClr val="bg1"/>
                </a:solidFill>
              </a:rPr>
              <a:t>(формат ДД.ММ.ГГГГ)</a:t>
            </a:r>
            <a:endParaRPr>
              <a:solidFill>
                <a:schemeClr val="bg1"/>
              </a:solidFill>
            </a:endParaRPr>
          </a:p>
          <a:p>
            <a:pPr marL="283879" indent="-283879">
              <a:lnSpc>
                <a:spcPct val="150000"/>
              </a:lnSpc>
              <a:buFont typeface="Arial"/>
              <a:buChar char="•"/>
              <a:defRPr/>
            </a:pPr>
            <a:r>
              <a:rPr>
                <a:solidFill>
                  <a:schemeClr val="bg1"/>
                </a:solidFill>
              </a:rPr>
              <a:t>Группа</a:t>
            </a:r>
            <a:r>
              <a:rPr>
                <a:solidFill>
                  <a:schemeClr val="bg1"/>
                </a:solidFill>
              </a:rPr>
              <a:t> </a:t>
            </a:r>
            <a:r>
              <a:rPr>
                <a:solidFill>
                  <a:schemeClr val="bg1"/>
                </a:solidFill>
              </a:rPr>
              <a:t>(например, ПР, ПГС)</a:t>
            </a:r>
            <a:endParaRPr>
              <a:solidFill>
                <a:schemeClr val="bg1"/>
              </a:solidFill>
            </a:endParaRPr>
          </a:p>
          <a:p>
            <a:pPr marL="283879" indent="-283879">
              <a:lnSpc>
                <a:spcPct val="150000"/>
              </a:lnSpc>
              <a:buFont typeface="Arial"/>
              <a:buChar char="•"/>
              <a:defRPr/>
            </a:pPr>
            <a:r>
              <a:rPr>
                <a:solidFill>
                  <a:schemeClr val="bg1"/>
                </a:solidFill>
              </a:rPr>
              <a:t>Курс</a:t>
            </a:r>
            <a:r>
              <a:rPr>
                <a:solidFill>
                  <a:schemeClr val="bg1"/>
                </a:solidFill>
              </a:rPr>
              <a:t> </a:t>
            </a:r>
            <a:r>
              <a:rPr>
                <a:solidFill>
                  <a:schemeClr val="bg1"/>
                </a:solidFill>
              </a:rPr>
              <a:t>(от 1 до 4)</a:t>
            </a:r>
            <a:endParaRPr>
              <a:solidFill>
                <a:schemeClr val="bg1"/>
              </a:solidFill>
            </a:endParaRPr>
          </a:p>
          <a:p>
            <a:pPr marL="283879" indent="-283879">
              <a:lnSpc>
                <a:spcPct val="150000"/>
              </a:lnSpc>
              <a:buFont typeface="Arial"/>
              <a:buChar char="•"/>
              <a:defRPr/>
            </a:pPr>
            <a:r>
              <a:rPr>
                <a:solidFill>
                  <a:schemeClr val="bg1"/>
                </a:solidFill>
              </a:rPr>
              <a:t>Форма обучения</a:t>
            </a:r>
            <a:r>
              <a:rPr>
                <a:solidFill>
                  <a:schemeClr val="bg1"/>
                </a:solidFill>
              </a:rPr>
              <a:t> </a:t>
            </a:r>
            <a:r>
              <a:rPr>
                <a:solidFill>
                  <a:schemeClr val="bg1"/>
                </a:solidFill>
              </a:rPr>
              <a:t>— выбор: Бюджет / Внебюджет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03095758" name=""/>
          <p:cNvSpPr/>
          <p:nvPr/>
        </p:nvSpPr>
        <p:spPr bwMode="auto">
          <a:xfrm>
            <a:off x="193210" y="415246"/>
            <a:ext cx="5400848" cy="118907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>
              <a:defRPr/>
            </a:pPr>
            <a:r>
              <a:rPr sz="3600">
                <a:solidFill>
                  <a:schemeClr val="bg1"/>
                </a:solidFill>
              </a:rPr>
              <a:t>Экраны добавления и списка преподавателей</a:t>
            </a:r>
            <a:endParaRPr/>
          </a:p>
        </p:txBody>
      </p:sp>
      <p:sp>
        <p:nvSpPr>
          <p:cNvPr id="444867074" name=""/>
          <p:cNvSpPr/>
          <p:nvPr/>
        </p:nvSpPr>
        <p:spPr bwMode="auto">
          <a:xfrm flipH="0" flipV="0">
            <a:off x="548015" y="1604326"/>
            <a:ext cx="4691238" cy="1641708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>
              <a:lnSpc>
                <a:spcPct val="114999"/>
              </a:lnSpc>
              <a:defRPr/>
            </a:pPr>
            <a:r>
              <a:rPr>
                <a:solidFill>
                  <a:schemeClr val="bg1"/>
                </a:solidFill>
              </a:rPr>
              <a:t>Поля для заполнения:</a:t>
            </a:r>
            <a:endParaRPr>
              <a:solidFill>
                <a:schemeClr val="bg1"/>
              </a:solidFill>
            </a:endParaRPr>
          </a:p>
          <a:p>
            <a:pPr marL="283879" indent="-283879">
              <a:lnSpc>
                <a:spcPct val="150000"/>
              </a:lnSpc>
              <a:buFont typeface="Arial"/>
              <a:buChar char="•"/>
              <a:defRPr/>
            </a:pPr>
            <a:r>
              <a:rPr>
                <a:solidFill>
                  <a:schemeClr val="bg1"/>
                </a:solidFill>
              </a:rPr>
              <a:t>ФИО Преподавателя</a:t>
            </a:r>
            <a:endParaRPr>
              <a:solidFill>
                <a:schemeClr val="bg1"/>
              </a:solidFill>
            </a:endParaRPr>
          </a:p>
          <a:p>
            <a:pPr marL="283879" indent="-283879">
              <a:lnSpc>
                <a:spcPct val="150000"/>
              </a:lnSpc>
              <a:buFont typeface="Arial"/>
              <a:buChar char="•"/>
              <a:defRPr/>
            </a:pPr>
            <a:r>
              <a:rPr>
                <a:solidFill>
                  <a:schemeClr val="bg1"/>
                </a:solidFill>
              </a:rPr>
              <a:t>Email</a:t>
            </a:r>
            <a:endParaRPr>
              <a:solidFill>
                <a:schemeClr val="bg1"/>
              </a:solidFill>
            </a:endParaRPr>
          </a:p>
          <a:p>
            <a:pPr marL="283879" indent="-283879">
              <a:lnSpc>
                <a:spcPct val="150000"/>
              </a:lnSpc>
              <a:buFont typeface="Arial"/>
              <a:buChar char="•"/>
              <a:defRPr/>
            </a:pPr>
            <a:r>
              <a:rPr>
                <a:solidFill>
                  <a:schemeClr val="bg1"/>
                </a:solidFill>
              </a:rPr>
              <a:t>Пароль</a:t>
            </a:r>
            <a:endParaRPr>
              <a:solidFill>
                <a:schemeClr val="bg1"/>
              </a:solidFill>
            </a:endParaRPr>
          </a:p>
        </p:txBody>
      </p:sp>
      <p:pic>
        <p:nvPicPr>
          <p:cNvPr id="1828988103" name=""/>
          <p:cNvPicPr>
            <a:picLocks noChangeAspect="1"/>
          </p:cNvPicPr>
          <p:nvPr/>
        </p:nvPicPr>
        <p:blipFill>
          <a:blip r:embed="rId2"/>
          <a:srcRect l="0" t="4456" r="0" b="5217"/>
          <a:stretch/>
        </p:blipFill>
        <p:spPr bwMode="auto">
          <a:xfrm rot="0" flipH="0" flipV="0">
            <a:off x="5743575" y="415246"/>
            <a:ext cx="2962800" cy="59472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282213556" name=""/>
          <p:cNvPicPr>
            <a:picLocks noChangeAspect="1"/>
          </p:cNvPicPr>
          <p:nvPr/>
        </p:nvPicPr>
        <p:blipFill>
          <a:blip r:embed="rId3"/>
          <a:srcRect l="0" t="4453" r="0" b="5234"/>
          <a:stretch/>
        </p:blipFill>
        <p:spPr bwMode="auto">
          <a:xfrm rot="0" flipH="0" flipV="0">
            <a:off x="8896350" y="415246"/>
            <a:ext cx="2962800" cy="59472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11945222" name=""/>
          <p:cNvPicPr>
            <a:picLocks noChangeAspect="1"/>
          </p:cNvPicPr>
          <p:nvPr/>
        </p:nvPicPr>
        <p:blipFill>
          <a:blip r:embed="rId2"/>
          <a:srcRect l="0" t="4374" r="0" b="5234"/>
          <a:stretch/>
        </p:blipFill>
        <p:spPr bwMode="auto">
          <a:xfrm rot="0" flipH="0" flipV="0">
            <a:off x="7934325" y="285150"/>
            <a:ext cx="2962800" cy="59508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001806455" name=""/>
          <p:cNvSpPr txBox="1"/>
          <p:nvPr/>
        </p:nvSpPr>
        <p:spPr bwMode="auto">
          <a:xfrm flipH="0" flipV="0">
            <a:off x="294387" y="807720"/>
            <a:ext cx="5466167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defRPr/>
            </a:pPr>
            <a:r>
              <a:rPr sz="3600">
                <a:solidFill>
                  <a:schemeClr val="bg1"/>
                </a:solidFill>
              </a:rPr>
              <a:t>Экран специальностей</a:t>
            </a:r>
            <a:endParaRPr/>
          </a:p>
        </p:txBody>
      </p:sp>
      <p:sp>
        <p:nvSpPr>
          <p:cNvPr id="1120585959" name=""/>
          <p:cNvSpPr txBox="1"/>
          <p:nvPr/>
        </p:nvSpPr>
        <p:spPr bwMode="auto">
          <a:xfrm flipH="0" flipV="0">
            <a:off x="505799" y="1809750"/>
            <a:ext cx="183636" cy="366119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endParaRPr/>
          </a:p>
        </p:txBody>
      </p:sp>
      <p:sp>
        <p:nvSpPr>
          <p:cNvPr id="1456696262" name=""/>
          <p:cNvSpPr/>
          <p:nvPr/>
        </p:nvSpPr>
        <p:spPr bwMode="auto">
          <a:xfrm flipH="0" flipV="0">
            <a:off x="407873" y="1672590"/>
            <a:ext cx="6223221" cy="36611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>
              <a:defRPr/>
            </a:pPr>
            <a:r>
              <a:rPr>
                <a:solidFill>
                  <a:schemeClr val="bg1">
                    <a:lumMod val="95000"/>
                  </a:schemeClr>
                </a:solidFill>
              </a:rPr>
              <a:t>Этот раздел находится в разработке.</a:t>
            </a:r>
            <a:endParaRPr/>
          </a:p>
        </p:txBody>
      </p:sp>
      <p:sp>
        <p:nvSpPr>
          <p:cNvPr id="1894020628" name=""/>
          <p:cNvSpPr/>
          <p:nvPr/>
        </p:nvSpPr>
        <p:spPr bwMode="auto">
          <a:xfrm>
            <a:off x="407873" y="2175870"/>
            <a:ext cx="8020092" cy="91475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>
              <a:lnSpc>
                <a:spcPct val="150000"/>
              </a:lnSpc>
              <a:defRPr/>
            </a:pPr>
            <a:r>
              <a:rPr>
                <a:solidFill>
                  <a:schemeClr val="bg1"/>
                </a:solidFill>
              </a:rPr>
              <a:t>В будущем здесь будет отображаться</a:t>
            </a:r>
            <a:r>
              <a:rPr>
                <a:solidFill>
                  <a:schemeClr val="bg1"/>
                </a:solidFill>
              </a:rPr>
              <a:t> </a:t>
            </a:r>
            <a:r>
              <a:rPr>
                <a:solidFill>
                  <a:schemeClr val="bg1"/>
                </a:solidFill>
              </a:rPr>
              <a:t>список всех специальностей</a:t>
            </a:r>
            <a:r>
              <a:rPr>
                <a:solidFill>
                  <a:schemeClr val="bg1"/>
                </a:solidFill>
              </a:rPr>
              <a:t> </a:t>
            </a:r>
            <a:r>
              <a:rPr>
                <a:solidFill>
                  <a:schemeClr val="bg1"/>
                </a:solidFill>
              </a:rPr>
              <a:t>колледжа с возможностью управления ими.</a:t>
            </a:r>
            <a:endParaRPr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41104409" name=""/>
          <p:cNvPicPr>
            <a:picLocks noChangeAspect="1"/>
          </p:cNvPicPr>
          <p:nvPr/>
        </p:nvPicPr>
        <p:blipFill>
          <a:blip r:embed="rId2"/>
          <a:srcRect l="0" t="4062" r="0" b="5468"/>
          <a:stretch/>
        </p:blipFill>
        <p:spPr bwMode="auto">
          <a:xfrm rot="0" flipH="0" flipV="0">
            <a:off x="8010524" y="450000"/>
            <a:ext cx="2962800" cy="59580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761988662" name=""/>
          <p:cNvSpPr txBox="1"/>
          <p:nvPr/>
        </p:nvSpPr>
        <p:spPr bwMode="auto">
          <a:xfrm flipH="0" flipV="0">
            <a:off x="724874" y="582930"/>
            <a:ext cx="3502306" cy="640440"/>
          </a:xfrm>
          <a:prstGeom prst="rect">
            <a:avLst/>
          </a:prstGeom>
          <a:noFill/>
        </p:spPr>
        <p:txBody>
          <a:bodyPr vertOverflow="overflow" horzOverflow="overflow" vert="horz" wrap="non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3600">
                <a:solidFill>
                  <a:schemeClr val="bg1"/>
                </a:solidFill>
              </a:rPr>
              <a:t>Экран профиля</a:t>
            </a:r>
            <a:endParaRPr sz="3600"/>
          </a:p>
        </p:txBody>
      </p:sp>
      <p:sp>
        <p:nvSpPr>
          <p:cNvPr id="152959604" name=""/>
          <p:cNvSpPr txBox="1"/>
          <p:nvPr/>
        </p:nvSpPr>
        <p:spPr bwMode="auto">
          <a:xfrm flipH="0" flipV="0">
            <a:off x="724874" y="1440179"/>
            <a:ext cx="6149690" cy="9147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l">
              <a:lnSpc>
                <a:spcPct val="150000"/>
              </a:lnSpc>
              <a:defRPr/>
            </a:pPr>
            <a:r>
              <a:rPr>
                <a:solidFill>
                  <a:schemeClr val="bg1"/>
                </a:solidFill>
              </a:rPr>
              <a:t>Тут находится профиль пользователя с возможностью выйти из аккаунта и его ID</a:t>
            </a:r>
            <a:endParaRPr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79755484" name=""/>
          <p:cNvSpPr txBox="1"/>
          <p:nvPr/>
        </p:nvSpPr>
        <p:spPr bwMode="auto">
          <a:xfrm flipH="0" flipV="0">
            <a:off x="724874" y="582930"/>
            <a:ext cx="5963369" cy="11890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>
              <a:defRPr/>
            </a:pPr>
            <a:r>
              <a:rPr sz="3600">
                <a:solidFill>
                  <a:schemeClr val="bg1"/>
                </a:solidFill>
              </a:rPr>
              <a:t>Перспективы развития приложения</a:t>
            </a:r>
            <a:endParaRPr sz="3600"/>
          </a:p>
        </p:txBody>
      </p:sp>
      <p:sp>
        <p:nvSpPr>
          <p:cNvPr id="701552108" name=""/>
          <p:cNvSpPr txBox="1"/>
          <p:nvPr/>
        </p:nvSpPr>
        <p:spPr bwMode="auto">
          <a:xfrm flipH="0" flipV="0">
            <a:off x="631714" y="1821180"/>
            <a:ext cx="7303060" cy="2972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283879" indent="-283879">
              <a:lnSpc>
                <a:spcPct val="150000"/>
              </a:lnSpc>
              <a:buFont typeface="Arial"/>
              <a:buChar char="•"/>
              <a:defRPr/>
            </a:pPr>
            <a:r>
              <a:rPr>
                <a:solidFill>
                  <a:schemeClr val="bg1"/>
                </a:solidFill>
              </a:rPr>
              <a:t>Расширение модуля специальностей</a:t>
            </a:r>
            <a:r>
              <a:rPr>
                <a:solidFill>
                  <a:schemeClr val="bg1"/>
                </a:solidFill>
              </a:rPr>
              <a:t> </a:t>
            </a:r>
            <a:r>
              <a:rPr>
                <a:solidFill>
                  <a:schemeClr val="bg1"/>
                </a:solidFill>
              </a:rPr>
              <a:t>— управление направлениями, планами обучения</a:t>
            </a:r>
            <a:endParaRPr>
              <a:solidFill>
                <a:schemeClr val="bg1"/>
              </a:solidFill>
            </a:endParaRPr>
          </a:p>
          <a:p>
            <a:pPr marL="283879" indent="-283879">
              <a:lnSpc>
                <a:spcPct val="150000"/>
              </a:lnSpc>
              <a:buFont typeface="Arial"/>
              <a:buChar char="•"/>
              <a:defRPr/>
            </a:pPr>
            <a:r>
              <a:rPr>
                <a:solidFill>
                  <a:schemeClr val="bg1"/>
                </a:solidFill>
              </a:rPr>
              <a:t>Личные кабинеты студентов</a:t>
            </a:r>
            <a:r>
              <a:rPr>
                <a:solidFill>
                  <a:schemeClr val="bg1"/>
                </a:solidFill>
              </a:rPr>
              <a:t> </a:t>
            </a:r>
            <a:r>
              <a:rPr>
                <a:solidFill>
                  <a:schemeClr val="bg1"/>
                </a:solidFill>
              </a:rPr>
              <a:t>— просмотр оценок, расписания, задолженностей</a:t>
            </a:r>
            <a:endParaRPr>
              <a:solidFill>
                <a:schemeClr val="bg1"/>
              </a:solidFill>
            </a:endParaRPr>
          </a:p>
          <a:p>
            <a:pPr marL="283879" indent="-283879">
              <a:lnSpc>
                <a:spcPct val="150000"/>
              </a:lnSpc>
              <a:buFont typeface="Arial"/>
              <a:buChar char="•"/>
              <a:defRPr/>
            </a:pPr>
            <a:r>
              <a:rPr>
                <a:solidFill>
                  <a:schemeClr val="bg1"/>
                </a:solidFill>
              </a:rPr>
              <a:t>Расписание занятий</a:t>
            </a:r>
            <a:r>
              <a:rPr>
                <a:solidFill>
                  <a:schemeClr val="bg1"/>
                </a:solidFill>
              </a:rPr>
              <a:t> </a:t>
            </a:r>
            <a:r>
              <a:rPr>
                <a:solidFill>
                  <a:schemeClr val="bg1"/>
                </a:solidFill>
              </a:rPr>
              <a:t>— составление, редактирование, уведомления</a:t>
            </a:r>
            <a:endParaRPr>
              <a:solidFill>
                <a:schemeClr val="bg1"/>
              </a:solidFill>
            </a:endParaRPr>
          </a:p>
          <a:p>
            <a:pPr marL="283879" indent="-283879">
              <a:lnSpc>
                <a:spcPct val="150000"/>
              </a:lnSpc>
              <a:buFont typeface="Arial"/>
              <a:buChar char="•"/>
              <a:defRPr/>
            </a:pPr>
            <a:r>
              <a:rPr>
                <a:solidFill>
                  <a:schemeClr val="bg1"/>
                </a:solidFill>
              </a:rPr>
              <a:t>Боковое меню приложения</a:t>
            </a:r>
            <a:endParaRPr>
              <a:solidFill>
                <a:schemeClr val="bg1"/>
              </a:solidFill>
            </a:endParaRPr>
          </a:p>
        </p:txBody>
      </p:sp>
      <p:pic>
        <p:nvPicPr>
          <p:cNvPr id="252736442" name="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 flipH="0" flipV="0">
            <a:off x="7742820" y="180974"/>
            <a:ext cx="4180726" cy="557212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Классическая 2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Стандартная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R7-Office/2024.1.1.375</Application>
  <DocSecurity>0</DocSecurity>
  <PresentationFormat/>
  <Paragraphs>0</Paragraphs>
  <Slides>12</Slides>
  <Notes>12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Manager/>
  <Company/>
  <LinksUpToDate>0</LinksUpToDate>
  <SharedDoc>0</SharedDoc>
  <HyperlinkBase/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/>
  <cp:keywords/>
  <dc:description/>
  <dc:identifier/>
  <dc:language>ru-RU</dc:language>
  <cp:lastModifiedBy>Макс Ратовский</cp:lastModifiedBy>
  <cp:revision>4</cp:revision>
  <dcterms:created xsi:type="dcterms:W3CDTF">2023-08-25T13:22:51Z</dcterms:created>
  <dcterms:modified xsi:type="dcterms:W3CDTF">2025-12-13T01:41:13Z</dcterms:modified>
  <cp:category/>
  <cp:contentStatus/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MClips">
    <vt:i4>2</vt:i4>
  </property>
  <property fmtid="{D5CDD505-2E9C-101B-9397-08002B2CF9AE}" pid="3" name="Notes">
    <vt:i4>1</vt:i4>
  </property>
  <property fmtid="{D5CDD505-2E9C-101B-9397-08002B2CF9AE}" pid="4" name="PresentationFormat">
    <vt:lpwstr>Широкоэкранный</vt:lpwstr>
  </property>
  <property fmtid="{D5CDD505-2E9C-101B-9397-08002B2CF9AE}" pid="5" name="Slides">
    <vt:i4>1</vt:i4>
  </property>
</Properties>
</file>